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77" r:id="rId4"/>
    <p:sldId id="276" r:id="rId5"/>
  </p:sldIdLst>
  <p:sldSz cx="9144000" cy="5143500" type="screen16x9"/>
  <p:notesSz cx="6858000" cy="9144000"/>
  <p:embeddedFontLst>
    <p:embeddedFont>
      <p:font typeface="DM Sans" pitchFamily="2" charset="0"/>
      <p:regular r:id="rId7"/>
      <p:bold r:id="rId8"/>
      <p:italic r:id="rId9"/>
      <p:boldItalic r:id="rId10"/>
    </p:embeddedFont>
    <p:embeddedFont>
      <p:font typeface="DM Sans Medium" pitchFamily="2" charset="0"/>
      <p:regular r:id="rId11"/>
      <p:bold r:id="rId12"/>
      <p:italic r:id="rId13"/>
      <p:boldItalic r:id="rId14"/>
    </p:embeddedFont>
    <p:embeddedFont>
      <p:font typeface="DM Sans SemiBold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78" y="6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2ec2be52b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2ec2be52b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 to convert these points into icons with text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72A2FEF8-B353-4A6B-D96C-5034DA730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0C2E95E8-6123-E032-D447-4747AEDAC3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FE7F319E-C33A-CEB1-F7CE-3E9CD498F6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6617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2ec2be52b7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2ec2be52b7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1121025" y="2806975"/>
            <a:ext cx="7255500" cy="808200"/>
          </a:xfrm>
          <a:prstGeom prst="roundRect">
            <a:avLst>
              <a:gd name="adj" fmla="val 12220"/>
            </a:avLst>
          </a:prstGeom>
          <a:solidFill>
            <a:srgbClr val="FFFFFF"/>
          </a:solidFill>
          <a:ln w="19050" cap="flat" cmpd="sng">
            <a:solidFill>
              <a:srgbClr val="0DBA4B"/>
            </a:solidFill>
            <a:prstDash val="solid"/>
            <a:round/>
            <a:headEnd type="none" w="sm" len="sm"/>
            <a:tailEnd type="none" w="sm" len="sm"/>
          </a:ln>
          <a:effectLst>
            <a:outerShdw blurRad="820293" dist="164059" dir="5400000" algn="bl" rotWithShape="0">
              <a:srgbClr val="222F3E">
                <a:alpha val="98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DM Sans SemiBold"/>
                <a:ea typeface="DM Sans SemiBold"/>
                <a:cs typeface="DM Sans SemiBold"/>
                <a:sym typeface="DM Sans SemiBold"/>
              </a:rPr>
              <a:t>GUVI Geek Network Pvt Ltd</a:t>
            </a:r>
            <a:endParaRPr sz="360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pic>
        <p:nvPicPr>
          <p:cNvPr id="56" name="Google Shape;56;p14" descr="https://lh7-rt.googleusercontent.com/slidesz/AGV_vUcB9ty8zDAg8JWuKaIXd71ovW0lePsaN9RxgJN_cxYbNdGsU0nRg12mBAldchuvwYUWpg5-mZAdF8Xhh58e2hvXIe3WzaLe8a8yHrXeSNpmmq8CbRUEiIkJH0N7RDMU9UsKIk2sPDc9rlJkcN_0Z2UvjyPiUy30=s2048?key=wixq1D6uPe_5c_6uJJu5l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0799" y="1008750"/>
            <a:ext cx="6491149" cy="134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/>
          <p:cNvSpPr txBox="1"/>
          <p:nvPr/>
        </p:nvSpPr>
        <p:spPr>
          <a:xfrm>
            <a:off x="1087900" y="1948888"/>
            <a:ext cx="74064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20" b="1" dirty="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Defect/Bug Life Cycle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20" b="1" dirty="0">
              <a:solidFill>
                <a:srgbClr val="099F4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0519930-56FE-902F-AADB-ACE7F7FC6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A3FC47A0-4573-36BB-71D4-77B87B37363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39CDD7A9-B188-2A97-D359-655C000BBB50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302B4BEC-18CD-8B82-FC4D-AE318AA16311}"/>
              </a:ext>
            </a:extLst>
          </p:cNvPr>
          <p:cNvSpPr txBox="1"/>
          <p:nvPr/>
        </p:nvSpPr>
        <p:spPr>
          <a:xfrm>
            <a:off x="1087900" y="1948888"/>
            <a:ext cx="74064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20" b="1" dirty="0">
              <a:solidFill>
                <a:srgbClr val="099F4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BFC260B9-890D-1F73-B49D-5A0ECB12DED6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6A0F60-CF04-1E77-0D47-A51AC1BF21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725" y="341897"/>
            <a:ext cx="4343636" cy="4336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808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>
            <a:spLocks noGrp="1"/>
          </p:cNvSpPr>
          <p:nvPr>
            <p:ph type="body" idx="1"/>
          </p:nvPr>
        </p:nvSpPr>
        <p:spPr>
          <a:xfrm>
            <a:off x="244900" y="1913850"/>
            <a:ext cx="8520600" cy="13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 b="1">
                <a:solidFill>
                  <a:srgbClr val="00B050"/>
                </a:solidFill>
                <a:latin typeface="DM Sans"/>
                <a:ea typeface="DM Sans"/>
                <a:cs typeface="DM Sans"/>
                <a:sym typeface="DM Sans"/>
              </a:rPr>
              <a:t>Thank You</a:t>
            </a:r>
            <a:endParaRPr sz="5300" b="1">
              <a:solidFill>
                <a:srgbClr val="00B05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37</Words>
  <Application>Microsoft Office PowerPoint</Application>
  <PresentationFormat>On-screen Show (16:9)</PresentationFormat>
  <Paragraphs>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DM Sans SemiBold</vt:lpstr>
      <vt:lpstr>DM Sans</vt:lpstr>
      <vt:lpstr>DM Sans Medium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nehakamde06@outlook.com</cp:lastModifiedBy>
  <cp:revision>4</cp:revision>
  <dcterms:modified xsi:type="dcterms:W3CDTF">2026-02-28T03:39:37Z</dcterms:modified>
</cp:coreProperties>
</file>