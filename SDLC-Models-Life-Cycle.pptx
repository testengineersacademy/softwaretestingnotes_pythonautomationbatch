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86" r:id="rId3"/>
    <p:sldId id="257" r:id="rId4"/>
    <p:sldId id="288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9" r:id="rId15"/>
    <p:sldId id="290" r:id="rId16"/>
    <p:sldId id="276" r:id="rId17"/>
  </p:sldIdLst>
  <p:sldSz cx="9144000" cy="5143500" type="screen16x9"/>
  <p:notesSz cx="6858000" cy="91440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DM Sans Medium" pitchFamily="2" charset="0"/>
      <p:regular r:id="rId23"/>
      <p:bold r:id="rId24"/>
      <p:italic r:id="rId25"/>
      <p:boldItalic r:id="rId26"/>
    </p:embeddedFont>
    <p:embeddedFont>
      <p:font typeface="DM Sans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40B71-4C95-4089-9FC7-3B67FBB8C413}" v="27" dt="2026-02-22T04:26:27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 sldOrd modMainMaster">
      <pc:chgData name="nehakamde06@outlook.com" userId="a3a4adbdec01cc1f" providerId="LiveId" clId="{13B4897D-0EA0-48BE-8D48-899A6FB373C0}" dt="2026-02-22T04:26:29.082" v="286" actId="6549"/>
      <pc:docMkLst>
        <pc:docMk/>
      </pc:docMkLst>
      <pc:sldChg chg="modSp mod ord setBg">
        <pc:chgData name="nehakamde06@outlook.com" userId="a3a4adbdec01cc1f" providerId="LiveId" clId="{13B4897D-0EA0-48BE-8D48-899A6FB373C0}" dt="2026-02-22T02:47:22.954" v="195"/>
        <pc:sldMkLst>
          <pc:docMk/>
          <pc:sldMk cId="0" sldId="257"/>
        </pc:sldMkLst>
        <pc:spChg chg="mod">
          <ac:chgData name="nehakamde06@outlook.com" userId="a3a4adbdec01cc1f" providerId="LiveId" clId="{13B4897D-0EA0-48BE-8D48-899A6FB373C0}" dt="2026-02-22T02:40:44.696" v="48" actId="20577"/>
          <ac:spMkLst>
            <pc:docMk/>
            <pc:sldMk cId="0" sldId="257"/>
            <ac:spMk id="63" creationId="{00000000-0000-0000-0000-000000000000}"/>
          </ac:spMkLst>
        </pc:spChg>
      </pc:sldChg>
      <pc:sldChg chg="addSp modSp mod setBg">
        <pc:chgData name="nehakamde06@outlook.com" userId="a3a4adbdec01cc1f" providerId="LiveId" clId="{13B4897D-0EA0-48BE-8D48-899A6FB373C0}" dt="2026-02-22T02:47:10.419" v="191" actId="108"/>
        <pc:sldMkLst>
          <pc:docMk/>
          <pc:sldMk cId="0" sldId="277"/>
        </pc:sldMkLst>
        <pc:spChg chg="mod">
          <ac:chgData name="nehakamde06@outlook.com" userId="a3a4adbdec01cc1f" providerId="LiveId" clId="{13B4897D-0EA0-48BE-8D48-899A6FB373C0}" dt="2026-02-22T02:47:10.419" v="191" actId="108"/>
          <ac:spMkLst>
            <pc:docMk/>
            <pc:sldMk cId="0" sldId="277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1:52.687" v="50"/>
          <ac:picMkLst>
            <pc:docMk/>
            <pc:sldMk cId="0" sldId="277"/>
            <ac:picMk id="4" creationId="{503A9999-0856-B73A-90A6-CF0060835056}"/>
          </ac:picMkLst>
        </pc:picChg>
      </pc:sldChg>
      <pc:sldChg chg="addSp modSp mod">
        <pc:chgData name="nehakamde06@outlook.com" userId="a3a4adbdec01cc1f" providerId="LiveId" clId="{13B4897D-0EA0-48BE-8D48-899A6FB373C0}" dt="2026-02-22T02:48:49.102" v="239" actId="6549"/>
        <pc:sldMkLst>
          <pc:docMk/>
          <pc:sldMk cId="0" sldId="278"/>
        </pc:sldMkLst>
        <pc:spChg chg="mod">
          <ac:chgData name="nehakamde06@outlook.com" userId="a3a4adbdec01cc1f" providerId="LiveId" clId="{13B4897D-0EA0-48BE-8D48-899A6FB373C0}" dt="2026-02-22T02:48:49.102" v="239" actId="6549"/>
          <ac:spMkLst>
            <pc:docMk/>
            <pc:sldMk cId="0" sldId="278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1:58.902" v="51"/>
          <ac:picMkLst>
            <pc:docMk/>
            <pc:sldMk cId="0" sldId="278"/>
            <ac:picMk id="4" creationId="{619962AE-A6DF-E953-2FF8-EEE8222DD4A0}"/>
          </ac:picMkLst>
        </pc:picChg>
      </pc:sldChg>
      <pc:sldChg chg="addSp modSp">
        <pc:chgData name="nehakamde06@outlook.com" userId="a3a4adbdec01cc1f" providerId="LiveId" clId="{13B4897D-0EA0-48BE-8D48-899A6FB373C0}" dt="2026-02-22T02:42:03.635" v="52"/>
        <pc:sldMkLst>
          <pc:docMk/>
          <pc:sldMk cId="0" sldId="279"/>
        </pc:sldMkLst>
        <pc:picChg chg="add mod">
          <ac:chgData name="nehakamde06@outlook.com" userId="a3a4adbdec01cc1f" providerId="LiveId" clId="{13B4897D-0EA0-48BE-8D48-899A6FB373C0}" dt="2026-02-22T02:42:03.635" v="52"/>
          <ac:picMkLst>
            <pc:docMk/>
            <pc:sldMk cId="0" sldId="279"/>
            <ac:picMk id="4" creationId="{A88ADB62-6C74-CB20-F043-0FF4212667EB}"/>
          </ac:picMkLst>
        </pc:picChg>
      </pc:sldChg>
      <pc:sldChg chg="addSp modSp mod">
        <pc:chgData name="nehakamde06@outlook.com" userId="a3a4adbdec01cc1f" providerId="LiveId" clId="{13B4897D-0EA0-48BE-8D48-899A6FB373C0}" dt="2026-02-22T02:46:42.650" v="190" actId="20577"/>
        <pc:sldMkLst>
          <pc:docMk/>
          <pc:sldMk cId="0" sldId="280"/>
        </pc:sldMkLst>
        <pc:spChg chg="mod">
          <ac:chgData name="nehakamde06@outlook.com" userId="a3a4adbdec01cc1f" providerId="LiveId" clId="{13B4897D-0EA0-48BE-8D48-899A6FB373C0}" dt="2026-02-22T02:43:22.330" v="67" actId="20577"/>
          <ac:spMkLst>
            <pc:docMk/>
            <pc:sldMk cId="0" sldId="280"/>
            <ac:spMk id="2" creationId="{00000000-0000-0000-0000-000000000000}"/>
          </ac:spMkLst>
        </pc:spChg>
        <pc:spChg chg="mod">
          <ac:chgData name="nehakamde06@outlook.com" userId="a3a4adbdec01cc1f" providerId="LiveId" clId="{13B4897D-0EA0-48BE-8D48-899A6FB373C0}" dt="2026-02-22T02:46:42.650" v="190" actId="20577"/>
          <ac:spMkLst>
            <pc:docMk/>
            <pc:sldMk cId="0" sldId="280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12.872" v="53"/>
          <ac:picMkLst>
            <pc:docMk/>
            <pc:sldMk cId="0" sldId="280"/>
            <ac:picMk id="4" creationId="{7D25A787-44A1-11D1-AEEA-FE60E3FA68B9}"/>
          </ac:picMkLst>
        </pc:picChg>
      </pc:sldChg>
      <pc:sldChg chg="addSp modSp mod">
        <pc:chgData name="nehakamde06@outlook.com" userId="a3a4adbdec01cc1f" providerId="LiveId" clId="{13B4897D-0EA0-48BE-8D48-899A6FB373C0}" dt="2026-02-22T02:46:05.608" v="160" actId="108"/>
        <pc:sldMkLst>
          <pc:docMk/>
          <pc:sldMk cId="0" sldId="281"/>
        </pc:sldMkLst>
        <pc:spChg chg="mod">
          <ac:chgData name="nehakamde06@outlook.com" userId="a3a4adbdec01cc1f" providerId="LiveId" clId="{13B4897D-0EA0-48BE-8D48-899A6FB373C0}" dt="2026-02-22T02:46:05.608" v="160" actId="108"/>
          <ac:spMkLst>
            <pc:docMk/>
            <pc:sldMk cId="0" sldId="281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21.957" v="54"/>
          <ac:picMkLst>
            <pc:docMk/>
            <pc:sldMk cId="0" sldId="281"/>
            <ac:picMk id="4" creationId="{1DEAC45F-7DD7-B4EF-B697-C37F752E45B0}"/>
          </ac:picMkLst>
        </pc:picChg>
      </pc:sldChg>
      <pc:sldChg chg="addSp modSp mod">
        <pc:chgData name="nehakamde06@outlook.com" userId="a3a4adbdec01cc1f" providerId="LiveId" clId="{13B4897D-0EA0-48BE-8D48-899A6FB373C0}" dt="2026-02-22T02:45:55.685" v="159" actId="108"/>
        <pc:sldMkLst>
          <pc:docMk/>
          <pc:sldMk cId="0" sldId="282"/>
        </pc:sldMkLst>
        <pc:spChg chg="mod">
          <ac:chgData name="nehakamde06@outlook.com" userId="a3a4adbdec01cc1f" providerId="LiveId" clId="{13B4897D-0EA0-48BE-8D48-899A6FB373C0}" dt="2026-02-22T02:45:55.685" v="159" actId="108"/>
          <ac:spMkLst>
            <pc:docMk/>
            <pc:sldMk cId="0" sldId="282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25.339" v="55"/>
          <ac:picMkLst>
            <pc:docMk/>
            <pc:sldMk cId="0" sldId="282"/>
            <ac:picMk id="4" creationId="{08F8393A-495F-09F0-673E-5CB5D1958B32}"/>
          </ac:picMkLst>
        </pc:picChg>
      </pc:sldChg>
      <pc:sldChg chg="addSp modSp mod">
        <pc:chgData name="nehakamde06@outlook.com" userId="a3a4adbdec01cc1f" providerId="LiveId" clId="{13B4897D-0EA0-48BE-8D48-899A6FB373C0}" dt="2026-02-22T02:45:43.049" v="158" actId="108"/>
        <pc:sldMkLst>
          <pc:docMk/>
          <pc:sldMk cId="0" sldId="283"/>
        </pc:sldMkLst>
        <pc:spChg chg="mod">
          <ac:chgData name="nehakamde06@outlook.com" userId="a3a4adbdec01cc1f" providerId="LiveId" clId="{13B4897D-0EA0-48BE-8D48-899A6FB373C0}" dt="2026-02-22T02:45:43.049" v="158" actId="108"/>
          <ac:spMkLst>
            <pc:docMk/>
            <pc:sldMk cId="0" sldId="283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31.587" v="56"/>
          <ac:picMkLst>
            <pc:docMk/>
            <pc:sldMk cId="0" sldId="283"/>
            <ac:picMk id="4" creationId="{A42A20AD-B569-D5E9-2430-282FBFF6DFB0}"/>
          </ac:picMkLst>
        </pc:picChg>
      </pc:sldChg>
      <pc:sldChg chg="addSp modSp mod">
        <pc:chgData name="nehakamde06@outlook.com" userId="a3a4adbdec01cc1f" providerId="LiveId" clId="{13B4897D-0EA0-48BE-8D48-899A6FB373C0}" dt="2026-02-22T02:45:27.945" v="156" actId="108"/>
        <pc:sldMkLst>
          <pc:docMk/>
          <pc:sldMk cId="0" sldId="284"/>
        </pc:sldMkLst>
        <pc:spChg chg="mod">
          <ac:chgData name="nehakamde06@outlook.com" userId="a3a4adbdec01cc1f" providerId="LiveId" clId="{13B4897D-0EA0-48BE-8D48-899A6FB373C0}" dt="2026-02-22T02:45:27.945" v="156" actId="108"/>
          <ac:spMkLst>
            <pc:docMk/>
            <pc:sldMk cId="0" sldId="284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38.803" v="57"/>
          <ac:picMkLst>
            <pc:docMk/>
            <pc:sldMk cId="0" sldId="284"/>
            <ac:picMk id="4" creationId="{F3FF9C7A-6A68-6CE4-28A1-62389925297E}"/>
          </ac:picMkLst>
        </pc:picChg>
      </pc:sldChg>
      <pc:sldChg chg="addSp modSp mod">
        <pc:chgData name="nehakamde06@outlook.com" userId="a3a4adbdec01cc1f" providerId="LiveId" clId="{13B4897D-0EA0-48BE-8D48-899A6FB373C0}" dt="2026-02-22T02:50:03.586" v="245" actId="5793"/>
        <pc:sldMkLst>
          <pc:docMk/>
          <pc:sldMk cId="0" sldId="285"/>
        </pc:sldMkLst>
        <pc:spChg chg="mod">
          <ac:chgData name="nehakamde06@outlook.com" userId="a3a4adbdec01cc1f" providerId="LiveId" clId="{13B4897D-0EA0-48BE-8D48-899A6FB373C0}" dt="2026-02-22T02:50:03.586" v="245" actId="5793"/>
          <ac:spMkLst>
            <pc:docMk/>
            <pc:sldMk cId="0" sldId="285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42.053" v="58"/>
          <ac:picMkLst>
            <pc:docMk/>
            <pc:sldMk cId="0" sldId="285"/>
            <ac:picMk id="4" creationId="{CEAE445B-C4A3-9625-1AAE-FF465433E95B}"/>
          </ac:picMkLst>
        </pc:picChg>
      </pc:sldChg>
      <pc:sldChg chg="addSp modSp mod ord">
        <pc:chgData name="nehakamde06@outlook.com" userId="a3a4adbdec01cc1f" providerId="LiveId" clId="{13B4897D-0EA0-48BE-8D48-899A6FB373C0}" dt="2026-02-22T04:26:29.082" v="286" actId="6549"/>
        <pc:sldMkLst>
          <pc:docMk/>
          <pc:sldMk cId="0" sldId="286"/>
        </pc:sldMkLst>
        <pc:spChg chg="mod">
          <ac:chgData name="nehakamde06@outlook.com" userId="a3a4adbdec01cc1f" providerId="LiveId" clId="{13B4897D-0EA0-48BE-8D48-899A6FB373C0}" dt="2026-02-22T04:26:29.082" v="286" actId="6549"/>
          <ac:spMkLst>
            <pc:docMk/>
            <pc:sldMk cId="0" sldId="286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47.473" v="59"/>
          <ac:picMkLst>
            <pc:docMk/>
            <pc:sldMk cId="0" sldId="286"/>
            <ac:picMk id="4" creationId="{86F3611A-6B7F-C502-B773-D5473C727B5D}"/>
          </ac:picMkLst>
        </pc:picChg>
      </pc:sldChg>
      <pc:sldChg chg="addSp delSp modSp del mod">
        <pc:chgData name="nehakamde06@outlook.com" userId="a3a4adbdec01cc1f" providerId="LiveId" clId="{13B4897D-0EA0-48BE-8D48-899A6FB373C0}" dt="2026-02-22T02:50:12.537" v="246" actId="2696"/>
        <pc:sldMkLst>
          <pc:docMk/>
          <pc:sldMk cId="0" sldId="287"/>
        </pc:sldMkLst>
        <pc:spChg chg="del mod">
          <ac:chgData name="nehakamde06@outlook.com" userId="a3a4adbdec01cc1f" providerId="LiveId" clId="{13B4897D-0EA0-48BE-8D48-899A6FB373C0}" dt="2026-02-22T02:49:30.380" v="241" actId="478"/>
          <ac:spMkLst>
            <pc:docMk/>
            <pc:sldMk cId="0" sldId="287"/>
            <ac:spMk id="2" creationId="{00000000-0000-0000-0000-000000000000}"/>
          </ac:spMkLst>
        </pc:spChg>
        <pc:spChg chg="mod">
          <ac:chgData name="nehakamde06@outlook.com" userId="a3a4adbdec01cc1f" providerId="LiveId" clId="{13B4897D-0EA0-48BE-8D48-899A6FB373C0}" dt="2026-02-22T02:49:54.088" v="242" actId="21"/>
          <ac:spMkLst>
            <pc:docMk/>
            <pc:sldMk cId="0" sldId="287"/>
            <ac:spMk id="3" creationId="{00000000-0000-0000-0000-000000000000}"/>
          </ac:spMkLst>
        </pc:spChg>
        <pc:picChg chg="add mod">
          <ac:chgData name="nehakamde06@outlook.com" userId="a3a4adbdec01cc1f" providerId="LiveId" clId="{13B4897D-0EA0-48BE-8D48-899A6FB373C0}" dt="2026-02-22T02:42:50.770" v="60"/>
          <ac:picMkLst>
            <pc:docMk/>
            <pc:sldMk cId="0" sldId="287"/>
            <ac:picMk id="4" creationId="{78EE88C8-7A05-621B-6EBE-286DB25C82A5}"/>
          </ac:picMkLst>
        </pc:picChg>
      </pc:sldChg>
      <pc:sldChg chg="setBg">
        <pc:chgData name="nehakamde06@outlook.com" userId="a3a4adbdec01cc1f" providerId="LiveId" clId="{13B4897D-0EA0-48BE-8D48-899A6FB373C0}" dt="2026-02-22T02:41:31.632" v="49"/>
        <pc:sldMkLst>
          <pc:docMk/>
          <pc:sldMk cId="2810895339" sldId="288"/>
        </pc:sldMkLst>
      </pc:sldChg>
      <pc:sldChg chg="addSp delSp modSp add mod">
        <pc:chgData name="nehakamde06@outlook.com" userId="a3a4adbdec01cc1f" providerId="LiveId" clId="{13B4897D-0EA0-48BE-8D48-899A6FB373C0}" dt="2026-02-22T03:03:59.909" v="282" actId="14100"/>
        <pc:sldMkLst>
          <pc:docMk/>
          <pc:sldMk cId="2202552035" sldId="289"/>
        </pc:sldMkLst>
        <pc:spChg chg="del mod">
          <ac:chgData name="nehakamde06@outlook.com" userId="a3a4adbdec01cc1f" providerId="LiveId" clId="{13B4897D-0EA0-48BE-8D48-899A6FB373C0}" dt="2026-02-22T02:55:25.135" v="253" actId="478"/>
          <ac:spMkLst>
            <pc:docMk/>
            <pc:sldMk cId="2202552035" sldId="289"/>
            <ac:spMk id="2" creationId="{70E47DA9-FB2E-6CFF-4B94-617B63D7E6BC}"/>
          </ac:spMkLst>
        </pc:spChg>
        <pc:spChg chg="del mod">
          <ac:chgData name="nehakamde06@outlook.com" userId="a3a4adbdec01cc1f" providerId="LiveId" clId="{13B4897D-0EA0-48BE-8D48-899A6FB373C0}" dt="2026-02-22T02:55:41.231" v="257" actId="478"/>
          <ac:spMkLst>
            <pc:docMk/>
            <pc:sldMk cId="2202552035" sldId="289"/>
            <ac:spMk id="3" creationId="{45BD8F95-90B7-822E-1F7B-59E62F3596EB}"/>
          </ac:spMkLst>
        </pc:spChg>
        <pc:graphicFrameChg chg="add mod">
          <ac:chgData name="nehakamde06@outlook.com" userId="a3a4adbdec01cc1f" providerId="LiveId" clId="{13B4897D-0EA0-48BE-8D48-899A6FB373C0}" dt="2026-02-22T02:55:07.526" v="249"/>
          <ac:graphicFrameMkLst>
            <pc:docMk/>
            <pc:sldMk cId="2202552035" sldId="289"/>
            <ac:graphicFrameMk id="5" creationId="{5BD93B7A-3A8F-6223-3074-ED002D549E34}"/>
          </ac:graphicFrameMkLst>
        </pc:graphicFrameChg>
        <pc:graphicFrameChg chg="add mod modGraphic">
          <ac:chgData name="nehakamde06@outlook.com" userId="a3a4adbdec01cc1f" providerId="LiveId" clId="{13B4897D-0EA0-48BE-8D48-899A6FB373C0}" dt="2026-02-22T02:55:35.612" v="256" actId="14100"/>
          <ac:graphicFrameMkLst>
            <pc:docMk/>
            <pc:sldMk cId="2202552035" sldId="289"/>
            <ac:graphicFrameMk id="6" creationId="{0B68E508-8939-AA92-A87B-1289DC15187F}"/>
          </ac:graphicFrameMkLst>
        </pc:graphicFrameChg>
        <pc:graphicFrameChg chg="add mod modGraphic">
          <ac:chgData name="nehakamde06@outlook.com" userId="a3a4adbdec01cc1f" providerId="LiveId" clId="{13B4897D-0EA0-48BE-8D48-899A6FB373C0}" dt="2026-02-22T03:03:59.909" v="282" actId="14100"/>
          <ac:graphicFrameMkLst>
            <pc:docMk/>
            <pc:sldMk cId="2202552035" sldId="289"/>
            <ac:graphicFrameMk id="7" creationId="{1424822A-54D6-3140-0B32-9C99C9AADB96}"/>
          </ac:graphicFrameMkLst>
        </pc:graphicFrameChg>
      </pc:sldChg>
      <pc:sldChg chg="addSp delSp modSp add mod">
        <pc:chgData name="nehakamde06@outlook.com" userId="a3a4adbdec01cc1f" providerId="LiveId" clId="{13B4897D-0EA0-48BE-8D48-899A6FB373C0}" dt="2026-02-22T03:01:30.347" v="281" actId="20577"/>
        <pc:sldMkLst>
          <pc:docMk/>
          <pc:sldMk cId="1185818402" sldId="290"/>
        </pc:sldMkLst>
        <pc:graphicFrameChg chg="add mod modGraphic">
          <ac:chgData name="nehakamde06@outlook.com" userId="a3a4adbdec01cc1f" providerId="LiveId" clId="{13B4897D-0EA0-48BE-8D48-899A6FB373C0}" dt="2026-02-22T03:01:30.347" v="281" actId="20577"/>
          <ac:graphicFrameMkLst>
            <pc:docMk/>
            <pc:sldMk cId="1185818402" sldId="290"/>
            <ac:graphicFrameMk id="2" creationId="{BDF3300B-595A-605E-632F-6AFFF6F4BBC4}"/>
          </ac:graphicFrameMkLst>
        </pc:graphicFrameChg>
        <pc:graphicFrameChg chg="del modGraphic">
          <ac:chgData name="nehakamde06@outlook.com" userId="a3a4adbdec01cc1f" providerId="LiveId" clId="{13B4897D-0EA0-48BE-8D48-899A6FB373C0}" dt="2026-02-22T03:00:39.438" v="270" actId="478"/>
          <ac:graphicFrameMkLst>
            <pc:docMk/>
            <pc:sldMk cId="1185818402" sldId="290"/>
            <ac:graphicFrameMk id="7" creationId="{ED38C12B-68A3-5DEB-7D2B-58EE75FF4CF4}"/>
          </ac:graphicFrameMkLst>
        </pc:graphicFrameChg>
      </pc:sldChg>
      <pc:sldChg chg="new del">
        <pc:chgData name="nehakamde06@outlook.com" userId="a3a4adbdec01cc1f" providerId="LiveId" clId="{13B4897D-0EA0-48BE-8D48-899A6FB373C0}" dt="2026-02-22T03:00:12.564" v="265" actId="680"/>
        <pc:sldMkLst>
          <pc:docMk/>
          <pc:sldMk cId="3334553609" sldId="290"/>
        </pc:sldMkLst>
      </pc:sldChg>
      <pc:sldMasterChg chg="setBg modSldLayout">
        <pc:chgData name="nehakamde06@outlook.com" userId="a3a4adbdec01cc1f" providerId="LiveId" clId="{13B4897D-0EA0-48BE-8D48-899A6FB373C0}" dt="2026-02-22T02:41:31.632" v="49"/>
        <pc:sldMasterMkLst>
          <pc:docMk/>
          <pc:sldMasterMk cId="0" sldId="2147483660"/>
        </pc:sldMasterMkLst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48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0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1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2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3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4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5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6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7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8"/>
          </pc:sldLayoutMkLst>
        </pc:sldLayoutChg>
        <pc:sldLayoutChg chg="setBg">
          <pc:chgData name="nehakamde06@outlook.com" userId="a3a4adbdec01cc1f" providerId="LiveId" clId="{13B4897D-0EA0-48BE-8D48-899A6FB373C0}" dt="2026-02-22T02:41:31.632" v="49"/>
          <pc:sldLayoutMkLst>
            <pc:docMk/>
            <pc:sldMasterMk cId="0" sldId="2147483660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134A4E7-3BD1-D65F-E88A-420B179D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3BDFB62D-986E-F1DB-C88E-3AD0F605A8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F609DF5F-9754-EA02-9EB4-DB1C6E6B4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525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08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Popular SDLC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Waterfall Model</a:t>
            </a:r>
          </a:p>
          <a:p>
            <a:pPr lvl="1"/>
            <a:r>
              <a:rPr lang="en-IN" dirty="0"/>
              <a:t>Spiral Model</a:t>
            </a:r>
          </a:p>
          <a:p>
            <a:pPr lvl="1"/>
            <a:r>
              <a:rPr lang="en-IN" dirty="0"/>
              <a:t>V-Model</a:t>
            </a:r>
            <a:endParaRPr dirty="0"/>
          </a:p>
          <a:p>
            <a:pPr lvl="1"/>
            <a:r>
              <a:rPr dirty="0"/>
              <a:t>Agile Model</a:t>
            </a:r>
          </a:p>
          <a:p>
            <a:pPr lvl="1"/>
            <a:r>
              <a:rPr dirty="0"/>
              <a:t>Incremental Model</a:t>
            </a:r>
          </a:p>
          <a:p>
            <a:pPr lvl="1"/>
            <a:r>
              <a:rPr dirty="0"/>
              <a:t>Iterative Model</a:t>
            </a:r>
          </a:p>
          <a:p>
            <a:pPr lvl="1"/>
            <a:r>
              <a:rPr dirty="0"/>
              <a:t>Big Bang Model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86F3611A-6B7F-C502-B773-D5473C727B5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Waterfall Model</a:t>
            </a: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6AF0F9F-550A-7556-78BA-451A8493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E3C312CE-78E0-6796-FF3D-DE8F375E081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C4B68C9-610D-A657-AA0E-2BC41C6D811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D3F178CB-21A3-96E4-DE17-6499A5ED8089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28" name="Picture 4" descr="The Waterfall Model: A Linear Approach to Software Development | by Sandhya  K | Medium">
            <a:extLst>
              <a:ext uri="{FF2B5EF4-FFF2-40B4-BE49-F238E27FC236}">
                <a16:creationId xmlns:a16="http://schemas.microsoft.com/office/drawing/2014/main" id="{E343C41E-FF0C-572C-5EAB-AB42FF29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90" y="115400"/>
            <a:ext cx="7135586" cy="423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89533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835" y="469518"/>
            <a:ext cx="8520600" cy="572700"/>
          </a:xfrm>
        </p:spPr>
        <p:txBody>
          <a:bodyPr>
            <a:normAutofit fontScale="90000"/>
          </a:bodyPr>
          <a:lstStyle/>
          <a:p>
            <a:r>
              <a:t>Software Development Life Cycle (SDLC)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SDLC is a structured process used to develop high-quality software.</a:t>
            </a:r>
          </a:p>
          <a:p>
            <a:pPr lvl="1"/>
            <a:r>
              <a:rPr dirty="0"/>
              <a:t>It guides development from planning to maintenance.</a:t>
            </a:r>
          </a:p>
          <a:p>
            <a:pPr lvl="1"/>
            <a:r>
              <a:rPr dirty="0"/>
              <a:t>Ensures quality, cost control, and timely delivery.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503A9999-0856-B73A-90A6-CF00608350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Phases of SDLC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N" dirty="0"/>
              <a:t>Requirement Gathering &amp; Analysis</a:t>
            </a:r>
          </a:p>
          <a:p>
            <a:pPr lvl="1"/>
            <a:r>
              <a:rPr lang="en-IN" dirty="0"/>
              <a:t>System Design</a:t>
            </a:r>
            <a:endParaRPr dirty="0"/>
          </a:p>
          <a:p>
            <a:pPr lvl="1"/>
            <a:r>
              <a:rPr dirty="0"/>
              <a:t>Implementation (Coding)</a:t>
            </a:r>
          </a:p>
          <a:p>
            <a:pPr lvl="1"/>
            <a:r>
              <a:rPr dirty="0"/>
              <a:t>Testing</a:t>
            </a:r>
          </a:p>
          <a:p>
            <a:pPr lvl="1"/>
            <a:r>
              <a:rPr dirty="0"/>
              <a:t>Deployment</a:t>
            </a:r>
          </a:p>
          <a:p>
            <a:pPr lvl="1"/>
            <a:r>
              <a:rPr dirty="0"/>
              <a:t> Maintenance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619962AE-A6DF-E953-2FF8-EEE8222DD4A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Requirement Gathering &amp;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Collect business requirements from stakeholders.</a:t>
            </a:r>
          </a:p>
          <a:p>
            <a:pPr lvl="1"/>
            <a:r>
              <a:t>Identify functional and non-functional requirements.</a:t>
            </a:r>
          </a:p>
          <a:p>
            <a:pPr lvl="1"/>
            <a:r>
              <a:t>Conduct feasibility study (technical, economic, operational).</a:t>
            </a:r>
          </a:p>
          <a:p>
            <a:pPr lvl="1"/>
            <a:r>
              <a:t>Output: SRS Document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A88ADB62-6C74-CB20-F043-0FF4212667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dirty="0"/>
          </a:p>
          <a:p>
            <a:pPr lvl="1"/>
            <a:r>
              <a:rPr dirty="0"/>
              <a:t>Develop HLD and LLD documents.</a:t>
            </a:r>
          </a:p>
          <a:p>
            <a:pPr lvl="1"/>
            <a:r>
              <a:rPr dirty="0"/>
              <a:t>Output: Design Documents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7D25A787-44A1-11D1-AEEA-FE60E3FA68B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Implementation (Coding)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Develop code based on design documents.</a:t>
            </a:r>
          </a:p>
          <a:p>
            <a:pPr lvl="1"/>
            <a:r>
              <a:rPr dirty="0"/>
              <a:t>Use programming languages (Java, Python, C#, etc.).</a:t>
            </a:r>
          </a:p>
          <a:p>
            <a:pPr lvl="1"/>
            <a:r>
              <a:rPr dirty="0"/>
              <a:t>Perform unit testing.</a:t>
            </a:r>
          </a:p>
          <a:p>
            <a:pPr lvl="1"/>
            <a:r>
              <a:rPr dirty="0"/>
              <a:t>Output: Source Code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1DEAC45F-7DD7-B4EF-B697-C37F752E45B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Test software to find defects.</a:t>
            </a:r>
          </a:p>
          <a:p>
            <a:pPr lvl="1"/>
            <a:r>
              <a:rPr dirty="0"/>
              <a:t>Perform functional, integration, and system testing.</a:t>
            </a:r>
          </a:p>
          <a:p>
            <a:pPr lvl="1"/>
            <a:r>
              <a:rPr dirty="0"/>
              <a:t>Fix bugs and retest.</a:t>
            </a:r>
          </a:p>
          <a:p>
            <a:pPr lvl="1"/>
            <a:r>
              <a:rPr dirty="0"/>
              <a:t>Output: Tested &amp; Verified Software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08F8393A-495F-09F0-673E-5CB5D1958B3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Release software to production.</a:t>
            </a:r>
          </a:p>
          <a:p>
            <a:pPr lvl="1"/>
            <a:r>
              <a:rPr dirty="0"/>
              <a:t>Install in client/server environment.</a:t>
            </a:r>
          </a:p>
          <a:p>
            <a:pPr lvl="1"/>
            <a:r>
              <a:rPr dirty="0"/>
              <a:t>End users start using the system.</a:t>
            </a:r>
          </a:p>
          <a:p>
            <a:pPr lvl="1"/>
            <a:r>
              <a:rPr dirty="0"/>
              <a:t>Output: Live Application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A42A20AD-B569-D5E9-2430-282FBFF6DFB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Maintenance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Fix post-release bugs.</a:t>
            </a:r>
          </a:p>
          <a:p>
            <a:pPr lvl="1"/>
            <a:r>
              <a:rPr dirty="0"/>
              <a:t>Add new features and improvements.</a:t>
            </a:r>
          </a:p>
          <a:p>
            <a:pPr lvl="1"/>
            <a:r>
              <a:rPr dirty="0"/>
              <a:t>Enhance performance.</a:t>
            </a:r>
          </a:p>
          <a:p>
            <a:pPr lvl="1"/>
            <a:r>
              <a:rPr dirty="0"/>
              <a:t>Output: Updated Versions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F3FF9C7A-6A68-6CE4-28A1-6238992529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Importance of SDLC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dirty="0"/>
              <a:t>Reduces development risks.</a:t>
            </a:r>
            <a:endParaRPr lang="en-US" dirty="0"/>
          </a:p>
          <a:p>
            <a:pPr lvl="1"/>
            <a:r>
              <a:rPr lang="en-IN" dirty="0"/>
              <a:t>Improves software quality.</a:t>
            </a:r>
          </a:p>
          <a:p>
            <a:pPr lvl="1"/>
            <a:r>
              <a:rPr dirty="0"/>
              <a:t>Provides structured project management.</a:t>
            </a:r>
          </a:p>
          <a:p>
            <a:pPr lvl="1"/>
            <a:r>
              <a:rPr dirty="0"/>
              <a:t>Improves team coordination and time management.</a:t>
            </a:r>
            <a:endParaRPr lang="en-US" dirty="0"/>
          </a:p>
          <a:p>
            <a:pPr lvl="1"/>
            <a:r>
              <a:rPr lang="en-US" dirty="0"/>
              <a:t>SDLC provides a systematic approach to software development.</a:t>
            </a:r>
          </a:p>
          <a:p>
            <a:pPr lvl="1"/>
            <a:r>
              <a:rPr lang="en-US" dirty="0"/>
              <a:t>Different models suit different project types.</a:t>
            </a:r>
          </a:p>
          <a:p>
            <a:pPr lvl="1"/>
            <a:r>
              <a:rPr lang="en-US" dirty="0"/>
              <a:t>Choosing the right model increases project success.</a:t>
            </a:r>
          </a:p>
          <a:p>
            <a:pPr marL="596900" lvl="1" indent="0">
              <a:buNone/>
            </a:pPr>
            <a:endParaRPr dirty="0"/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CEAE445B-C4A3-9625-1AAE-FF465433E9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A4DC-5D8C-3EA3-8723-B71B016A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0866617F-B427-DD22-993F-5E65FB6C13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4822A-54D6-3140-0B32-9C99C9AAD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005433"/>
              </p:ext>
            </p:extLst>
          </p:nvPr>
        </p:nvGraphicFramePr>
        <p:xfrm>
          <a:off x="195943" y="293914"/>
          <a:ext cx="7266216" cy="4718958"/>
        </p:xfrm>
        <a:graphic>
          <a:graphicData uri="http://schemas.openxmlformats.org/drawingml/2006/table">
            <a:tbl>
              <a:tblPr/>
              <a:tblGrid>
                <a:gridCol w="1211036">
                  <a:extLst>
                    <a:ext uri="{9D8B030D-6E8A-4147-A177-3AD203B41FA5}">
                      <a16:colId xmlns:a16="http://schemas.microsoft.com/office/drawing/2014/main" val="3847174681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197398127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472442139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3196904831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26943969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4042402808"/>
                    </a:ext>
                  </a:extLst>
                </a:gridCol>
              </a:tblGrid>
              <a:tr h="21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Stage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Full Form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Focus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Prepared By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Purpose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Output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691648"/>
                  </a:ext>
                </a:extLst>
              </a:tr>
              <a:tr h="665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BRS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Business Requirement Specification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Business needs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Business Analyst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Defines business objectives and project scope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Business Requirements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11145"/>
                  </a:ext>
                </a:extLst>
              </a:tr>
              <a:tr h="81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SRS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Software Requirement Specification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System requirements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System Analyst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Defines detailed functional &amp; non-functional requirements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SRS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257303"/>
                  </a:ext>
                </a:extLst>
              </a:tr>
              <a:tr h="665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FDD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Functional Design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Functional behaviour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Functional Consultant / Analyst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Explains how system will work (user perspective)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Functional Design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042363"/>
                  </a:ext>
                </a:extLst>
              </a:tr>
              <a:tr h="665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TDD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Technical Design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Technical implementation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Technical Architect / Developer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Explains how system will be built technically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Technical Design Document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24210"/>
                  </a:ext>
                </a:extLst>
              </a:tr>
              <a:tr h="665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Coding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Implementation Phase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Writing source code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Developers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Convert design into working software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Source Code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247671"/>
                  </a:ext>
                </a:extLst>
              </a:tr>
              <a:tr h="51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Testing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Quality Assurance Phase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Validation &amp; verification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Testers / QA Team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Identify and fix defects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Tested &amp; Verified Software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80421"/>
                  </a:ext>
                </a:extLst>
              </a:tr>
              <a:tr h="51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Deployment</a:t>
                      </a:r>
                      <a:endParaRPr lang="en-IN" sz="800"/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Release Phase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Production release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DevOps / Deployment Team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Make software live for users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Live Application</a:t>
                      </a:r>
                    </a:p>
                  </a:txBody>
                  <a:tcPr marL="49752" marR="49752" marT="24876" marB="2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69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55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EE30-E1E0-0E4D-5AC5-0EC0DD6D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474AA3F0-16E9-E110-463C-441AC915F83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F3300B-595A-605E-632F-6AFFF6F4B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216180"/>
              </p:ext>
            </p:extLst>
          </p:nvPr>
        </p:nvGraphicFramePr>
        <p:xfrm>
          <a:off x="281668" y="559254"/>
          <a:ext cx="8516620" cy="4021686"/>
        </p:xfrm>
        <a:graphic>
          <a:graphicData uri="http://schemas.openxmlformats.org/drawingml/2006/table">
            <a:tbl>
              <a:tblPr/>
              <a:tblGrid>
                <a:gridCol w="2129155">
                  <a:extLst>
                    <a:ext uri="{9D8B030D-6E8A-4147-A177-3AD203B41FA5}">
                      <a16:colId xmlns:a16="http://schemas.microsoft.com/office/drawing/2014/main" val="2877618221"/>
                    </a:ext>
                  </a:extLst>
                </a:gridCol>
                <a:gridCol w="2129155">
                  <a:extLst>
                    <a:ext uri="{9D8B030D-6E8A-4147-A177-3AD203B41FA5}">
                      <a16:colId xmlns:a16="http://schemas.microsoft.com/office/drawing/2014/main" val="1779899232"/>
                    </a:ext>
                  </a:extLst>
                </a:gridCol>
                <a:gridCol w="2129155">
                  <a:extLst>
                    <a:ext uri="{9D8B030D-6E8A-4147-A177-3AD203B41FA5}">
                      <a16:colId xmlns:a16="http://schemas.microsoft.com/office/drawing/2014/main" val="1872048225"/>
                    </a:ext>
                  </a:extLst>
                </a:gridCol>
                <a:gridCol w="2129155">
                  <a:extLst>
                    <a:ext uri="{9D8B030D-6E8A-4147-A177-3AD203B41FA5}">
                      <a16:colId xmlns:a16="http://schemas.microsoft.com/office/drawing/2014/main" val="1807859540"/>
                    </a:ext>
                  </a:extLst>
                </a:gridCol>
              </a:tblGrid>
              <a:tr h="355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Document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Full Form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Belongs to SDLC Phase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Explanation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989316"/>
                  </a:ext>
                </a:extLst>
              </a:tr>
              <a:tr h="85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BRS</a:t>
                      </a:r>
                      <a:endParaRPr lang="en-IN" sz="1400" dirty="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Business Requirement Specification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Requirement Gathering Phase</a:t>
                      </a:r>
                      <a:endParaRPr lang="en-IN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Defines business goals and high-level requirements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397069"/>
                  </a:ext>
                </a:extLst>
              </a:tr>
              <a:tr h="110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SRS</a:t>
                      </a:r>
                      <a:endParaRPr lang="en-IN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Software Requirement Specification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Requirement Analysis Phase</a:t>
                      </a:r>
                      <a:endParaRPr lang="en-IN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Defines detailed functional &amp; non-functional system requirements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615124"/>
                  </a:ext>
                </a:extLst>
              </a:tr>
              <a:tr h="85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FDD</a:t>
                      </a:r>
                      <a:endParaRPr lang="en-IN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Functional Design Document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System Design Phase (Functional Design)</a:t>
                      </a:r>
                      <a:endParaRPr lang="en-US" sz="1400" dirty="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Describes how system will function from user perspective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990501"/>
                  </a:ext>
                </a:extLst>
              </a:tr>
              <a:tr h="85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TDD</a:t>
                      </a:r>
                      <a:endParaRPr lang="en-IN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Technical Design Document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System Design Phase (Technical Design)</a:t>
                      </a:r>
                      <a:endParaRPr lang="en-US" sz="1400"/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Describes technical architecture and implementation details</a:t>
                      </a:r>
                    </a:p>
                  </a:txBody>
                  <a:tcPr marL="90698" marR="90698" marT="45349" marB="4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2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818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6117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495</Words>
  <Application>Microsoft Office PowerPoint</Application>
  <PresentationFormat>On-screen Show (16:9)</PresentationFormat>
  <Paragraphs>131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DM Sans</vt:lpstr>
      <vt:lpstr>Arial</vt:lpstr>
      <vt:lpstr>DM Sans SemiBold</vt:lpstr>
      <vt:lpstr>DM Sans Medium</vt:lpstr>
      <vt:lpstr>Simple Light</vt:lpstr>
      <vt:lpstr>PowerPoint Presentation</vt:lpstr>
      <vt:lpstr>Popular SDLC Models</vt:lpstr>
      <vt:lpstr>PowerPoint Presentation</vt:lpstr>
      <vt:lpstr>PowerPoint Presentation</vt:lpstr>
      <vt:lpstr>Software Development Life Cycle (SDLC)</vt:lpstr>
      <vt:lpstr>Phases of SDLC</vt:lpstr>
      <vt:lpstr>Requirement Gathering &amp; Analysis</vt:lpstr>
      <vt:lpstr>Design</vt:lpstr>
      <vt:lpstr>Implementation (Coding)</vt:lpstr>
      <vt:lpstr>Testing</vt:lpstr>
      <vt:lpstr>Deployment</vt:lpstr>
      <vt:lpstr>Maintenance</vt:lpstr>
      <vt:lpstr>Importance of SDLC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6</cp:revision>
  <dcterms:modified xsi:type="dcterms:W3CDTF">2026-02-22T04:26:38Z</dcterms:modified>
</cp:coreProperties>
</file>