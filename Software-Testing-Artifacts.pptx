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76" r:id="rId11"/>
  </p:sldIdLst>
  <p:sldSz cx="9144000" cy="5143500" type="screen16x9"/>
  <p:notesSz cx="6858000" cy="9144000"/>
  <p:embeddedFontLst>
    <p:embeddedFont>
      <p:font typeface="DM Sans" pitchFamily="2" charset="0"/>
      <p:regular r:id="rId13"/>
      <p:bold r:id="rId14"/>
      <p:italic r:id="rId15"/>
      <p:boldItalic r:id="rId16"/>
    </p:embeddedFont>
    <p:embeddedFont>
      <p:font typeface="DM Sans Medium" pitchFamily="2" charset="0"/>
      <p:regular r:id="rId17"/>
      <p:bold r:id="rId18"/>
      <p:italic r:id="rId19"/>
      <p:boldItalic r:id="rId20"/>
    </p:embeddedFont>
    <p:embeddedFont>
      <p:font typeface="DM Sans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78" y="6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hakamde06@outlook.com" userId="a3a4adbdec01cc1f" providerId="LiveId" clId="{13B4897D-0EA0-48BE-8D48-899A6FB373C0}"/>
    <pc:docChg chg="undo custSel addSld delSld modSld">
      <pc:chgData name="nehakamde06@outlook.com" userId="a3a4adbdec01cc1f" providerId="LiveId" clId="{13B4897D-0EA0-48BE-8D48-899A6FB373C0}" dt="2026-03-14T01:06:18.795" v="1252" actId="20577"/>
      <pc:docMkLst>
        <pc:docMk/>
      </pc:docMkLst>
      <pc:sldChg chg="modSp mod">
        <pc:chgData name="nehakamde06@outlook.com" userId="a3a4adbdec01cc1f" providerId="LiveId" clId="{13B4897D-0EA0-48BE-8D48-899A6FB373C0}" dt="2026-03-14T00:53:36.195" v="48" actId="20577"/>
        <pc:sldMkLst>
          <pc:docMk/>
          <pc:sldMk cId="0" sldId="257"/>
        </pc:sldMkLst>
        <pc:spChg chg="mod">
          <ac:chgData name="nehakamde06@outlook.com" userId="a3a4adbdec01cc1f" providerId="LiveId" clId="{13B4897D-0EA0-48BE-8D48-899A6FB373C0}" dt="2026-03-14T00:53:36.195" v="48" actId="20577"/>
          <ac:spMkLst>
            <pc:docMk/>
            <pc:sldMk cId="0" sldId="257"/>
            <ac:spMk id="63" creationId="{00000000-0000-0000-0000-000000000000}"/>
          </ac:spMkLst>
        </pc:spChg>
      </pc:sldChg>
      <pc:sldChg chg="add del">
        <pc:chgData name="nehakamde06@outlook.com" userId="a3a4adbdec01cc1f" providerId="LiveId" clId="{13B4897D-0EA0-48BE-8D48-899A6FB373C0}" dt="2026-03-14T00:51:34.301" v="3" actId="2696"/>
        <pc:sldMkLst>
          <pc:docMk/>
          <pc:sldMk cId="651144434" sldId="277"/>
        </pc:sldMkLst>
      </pc:sldChg>
      <pc:sldChg chg="modSp add del mod">
        <pc:chgData name="nehakamde06@outlook.com" userId="a3a4adbdec01cc1f" providerId="LiveId" clId="{13B4897D-0EA0-48BE-8D48-899A6FB373C0}" dt="2026-03-14T01:05:52.894" v="1218" actId="20577"/>
        <pc:sldMkLst>
          <pc:docMk/>
          <pc:sldMk cId="1271748036" sldId="278"/>
        </pc:sldMkLst>
        <pc:spChg chg="mod">
          <ac:chgData name="nehakamde06@outlook.com" userId="a3a4adbdec01cc1f" providerId="LiveId" clId="{13B4897D-0EA0-48BE-8D48-899A6FB373C0}" dt="2026-03-14T00:53:58.131" v="83" actId="20577"/>
          <ac:spMkLst>
            <pc:docMk/>
            <pc:sldMk cId="1271748036" sldId="278"/>
            <ac:spMk id="2" creationId="{CCB344D9-2CDF-4422-1E72-56621364CC28}"/>
          </ac:spMkLst>
        </pc:spChg>
        <pc:spChg chg="mod">
          <ac:chgData name="nehakamde06@outlook.com" userId="a3a4adbdec01cc1f" providerId="LiveId" clId="{13B4897D-0EA0-48BE-8D48-899A6FB373C0}" dt="2026-03-14T01:05:52.894" v="1218" actId="20577"/>
          <ac:spMkLst>
            <pc:docMk/>
            <pc:sldMk cId="1271748036" sldId="278"/>
            <ac:spMk id="63" creationId="{C466AB21-E68F-51D9-B9C8-C197989D80A6}"/>
          </ac:spMkLst>
        </pc:spChg>
      </pc:sldChg>
      <pc:sldChg chg="addSp delSp modSp add mod">
        <pc:chgData name="nehakamde06@outlook.com" userId="a3a4adbdec01cc1f" providerId="LiveId" clId="{13B4897D-0EA0-48BE-8D48-899A6FB373C0}" dt="2026-03-14T01:06:18.795" v="1252" actId="20577"/>
        <pc:sldMkLst>
          <pc:docMk/>
          <pc:sldMk cId="164106371" sldId="279"/>
        </pc:sldMkLst>
        <pc:spChg chg="mod">
          <ac:chgData name="nehakamde06@outlook.com" userId="a3a4adbdec01cc1f" providerId="LiveId" clId="{13B4897D-0EA0-48BE-8D48-899A6FB373C0}" dt="2026-03-14T00:55:51.454" v="276" actId="20577"/>
          <ac:spMkLst>
            <pc:docMk/>
            <pc:sldMk cId="164106371" sldId="279"/>
            <ac:spMk id="2" creationId="{D3D89F90-1500-1A89-3BD0-73DEBA01399A}"/>
          </ac:spMkLst>
        </pc:spChg>
        <pc:spChg chg="add del mod">
          <ac:chgData name="nehakamde06@outlook.com" userId="a3a4adbdec01cc1f" providerId="LiveId" clId="{13B4897D-0EA0-48BE-8D48-899A6FB373C0}" dt="2026-03-14T00:57:17.619" v="460" actId="478"/>
          <ac:spMkLst>
            <pc:docMk/>
            <pc:sldMk cId="164106371" sldId="279"/>
            <ac:spMk id="4" creationId="{F2E07511-909F-3EA4-CAEC-5ADD2B8F4E33}"/>
          </ac:spMkLst>
        </pc:spChg>
        <pc:spChg chg="mod">
          <ac:chgData name="nehakamde06@outlook.com" userId="a3a4adbdec01cc1f" providerId="LiveId" clId="{13B4897D-0EA0-48BE-8D48-899A6FB373C0}" dt="2026-03-14T01:06:18.795" v="1252" actId="20577"/>
          <ac:spMkLst>
            <pc:docMk/>
            <pc:sldMk cId="164106371" sldId="279"/>
            <ac:spMk id="63" creationId="{076AABA8-1438-2609-0827-AAF78680D772}"/>
          </ac:spMkLst>
        </pc:spChg>
      </pc:sldChg>
      <pc:sldChg chg="add del">
        <pc:chgData name="nehakamde06@outlook.com" userId="a3a4adbdec01cc1f" providerId="LiveId" clId="{13B4897D-0EA0-48BE-8D48-899A6FB373C0}" dt="2026-03-14T00:51:49.469" v="4" actId="2696"/>
        <pc:sldMkLst>
          <pc:docMk/>
          <pc:sldMk cId="3186365097" sldId="279"/>
        </pc:sldMkLst>
      </pc:sldChg>
      <pc:sldChg chg="modSp add mod">
        <pc:chgData name="nehakamde06@outlook.com" userId="a3a4adbdec01cc1f" providerId="LiveId" clId="{13B4897D-0EA0-48BE-8D48-899A6FB373C0}" dt="2026-03-14T00:58:49.578" v="597" actId="20577"/>
        <pc:sldMkLst>
          <pc:docMk/>
          <pc:sldMk cId="325699428" sldId="280"/>
        </pc:sldMkLst>
        <pc:spChg chg="mod">
          <ac:chgData name="nehakamde06@outlook.com" userId="a3a4adbdec01cc1f" providerId="LiveId" clId="{13B4897D-0EA0-48BE-8D48-899A6FB373C0}" dt="2026-03-14T00:58:13.432" v="508" actId="20577"/>
          <ac:spMkLst>
            <pc:docMk/>
            <pc:sldMk cId="325699428" sldId="280"/>
            <ac:spMk id="2" creationId="{F287C20F-3324-0020-DD72-D5B220C3A33E}"/>
          </ac:spMkLst>
        </pc:spChg>
        <pc:spChg chg="mod">
          <ac:chgData name="nehakamde06@outlook.com" userId="a3a4adbdec01cc1f" providerId="LiveId" clId="{13B4897D-0EA0-48BE-8D48-899A6FB373C0}" dt="2026-03-14T00:58:49.578" v="597" actId="20577"/>
          <ac:spMkLst>
            <pc:docMk/>
            <pc:sldMk cId="325699428" sldId="280"/>
            <ac:spMk id="63" creationId="{E82871DB-D839-8E22-4B51-54DB2BA79AAF}"/>
          </ac:spMkLst>
        </pc:spChg>
      </pc:sldChg>
      <pc:sldChg chg="add del">
        <pc:chgData name="nehakamde06@outlook.com" userId="a3a4adbdec01cc1f" providerId="LiveId" clId="{13B4897D-0EA0-48BE-8D48-899A6FB373C0}" dt="2026-03-14T00:51:49.469" v="4" actId="2696"/>
        <pc:sldMkLst>
          <pc:docMk/>
          <pc:sldMk cId="579441826" sldId="280"/>
        </pc:sldMkLst>
      </pc:sldChg>
      <pc:sldChg chg="add del">
        <pc:chgData name="nehakamde06@outlook.com" userId="a3a4adbdec01cc1f" providerId="LiveId" clId="{13B4897D-0EA0-48BE-8D48-899A6FB373C0}" dt="2026-03-14T00:51:49.469" v="4" actId="2696"/>
        <pc:sldMkLst>
          <pc:docMk/>
          <pc:sldMk cId="1323695535" sldId="281"/>
        </pc:sldMkLst>
      </pc:sldChg>
      <pc:sldChg chg="modSp add mod">
        <pc:chgData name="nehakamde06@outlook.com" userId="a3a4adbdec01cc1f" providerId="LiveId" clId="{13B4897D-0EA0-48BE-8D48-899A6FB373C0}" dt="2026-03-14T01:00:10.068" v="701" actId="20577"/>
        <pc:sldMkLst>
          <pc:docMk/>
          <pc:sldMk cId="2857709596" sldId="281"/>
        </pc:sldMkLst>
        <pc:spChg chg="mod">
          <ac:chgData name="nehakamde06@outlook.com" userId="a3a4adbdec01cc1f" providerId="LiveId" clId="{13B4897D-0EA0-48BE-8D48-899A6FB373C0}" dt="2026-03-14T00:59:19.472" v="614" actId="20577"/>
          <ac:spMkLst>
            <pc:docMk/>
            <pc:sldMk cId="2857709596" sldId="281"/>
            <ac:spMk id="2" creationId="{586C0C60-CF0A-504F-3A9D-AAE86076F484}"/>
          </ac:spMkLst>
        </pc:spChg>
        <pc:spChg chg="mod">
          <ac:chgData name="nehakamde06@outlook.com" userId="a3a4adbdec01cc1f" providerId="LiveId" clId="{13B4897D-0EA0-48BE-8D48-899A6FB373C0}" dt="2026-03-14T01:00:10.068" v="701" actId="20577"/>
          <ac:spMkLst>
            <pc:docMk/>
            <pc:sldMk cId="2857709596" sldId="281"/>
            <ac:spMk id="63" creationId="{19F45DEE-A58A-D24C-4872-F72D32BB09D1}"/>
          </ac:spMkLst>
        </pc:spChg>
      </pc:sldChg>
      <pc:sldChg chg="modSp add mod">
        <pc:chgData name="nehakamde06@outlook.com" userId="a3a4adbdec01cc1f" providerId="LiveId" clId="{13B4897D-0EA0-48BE-8D48-899A6FB373C0}" dt="2026-03-14T01:01:49.968" v="889" actId="20577"/>
        <pc:sldMkLst>
          <pc:docMk/>
          <pc:sldMk cId="570277847" sldId="282"/>
        </pc:sldMkLst>
        <pc:spChg chg="mod">
          <ac:chgData name="nehakamde06@outlook.com" userId="a3a4adbdec01cc1f" providerId="LiveId" clId="{13B4897D-0EA0-48BE-8D48-899A6FB373C0}" dt="2026-03-14T01:00:28.315" v="719" actId="20577"/>
          <ac:spMkLst>
            <pc:docMk/>
            <pc:sldMk cId="570277847" sldId="282"/>
            <ac:spMk id="2" creationId="{1F3288DD-D8CD-7F82-E1B0-59756BEA9119}"/>
          </ac:spMkLst>
        </pc:spChg>
        <pc:spChg chg="mod">
          <ac:chgData name="nehakamde06@outlook.com" userId="a3a4adbdec01cc1f" providerId="LiveId" clId="{13B4897D-0EA0-48BE-8D48-899A6FB373C0}" dt="2026-03-14T01:01:49.968" v="889" actId="20577"/>
          <ac:spMkLst>
            <pc:docMk/>
            <pc:sldMk cId="570277847" sldId="282"/>
            <ac:spMk id="63" creationId="{381633BC-A0A4-B96A-82C6-2E5D42D7F226}"/>
          </ac:spMkLst>
        </pc:spChg>
      </pc:sldChg>
      <pc:sldChg chg="add del">
        <pc:chgData name="nehakamde06@outlook.com" userId="a3a4adbdec01cc1f" providerId="LiveId" clId="{13B4897D-0EA0-48BE-8D48-899A6FB373C0}" dt="2026-03-14T00:51:49.469" v="4" actId="2696"/>
        <pc:sldMkLst>
          <pc:docMk/>
          <pc:sldMk cId="1735656148" sldId="282"/>
        </pc:sldMkLst>
      </pc:sldChg>
      <pc:sldChg chg="add del">
        <pc:chgData name="nehakamde06@outlook.com" userId="a3a4adbdec01cc1f" providerId="LiveId" clId="{13B4897D-0EA0-48BE-8D48-899A6FB373C0}" dt="2026-03-14T00:51:49.469" v="4" actId="2696"/>
        <pc:sldMkLst>
          <pc:docMk/>
          <pc:sldMk cId="1680572246" sldId="283"/>
        </pc:sldMkLst>
      </pc:sldChg>
      <pc:sldChg chg="modSp add mod">
        <pc:chgData name="nehakamde06@outlook.com" userId="a3a4adbdec01cc1f" providerId="LiveId" clId="{13B4897D-0EA0-48BE-8D48-899A6FB373C0}" dt="2026-03-14T01:03:04.651" v="1082" actId="20577"/>
        <pc:sldMkLst>
          <pc:docMk/>
          <pc:sldMk cId="4255695554" sldId="283"/>
        </pc:sldMkLst>
        <pc:spChg chg="mod">
          <ac:chgData name="nehakamde06@outlook.com" userId="a3a4adbdec01cc1f" providerId="LiveId" clId="{13B4897D-0EA0-48BE-8D48-899A6FB373C0}" dt="2026-03-14T01:02:12.046" v="909" actId="20577"/>
          <ac:spMkLst>
            <pc:docMk/>
            <pc:sldMk cId="4255695554" sldId="283"/>
            <ac:spMk id="2" creationId="{0A368108-E452-9881-30B2-3E0277680934}"/>
          </ac:spMkLst>
        </pc:spChg>
        <pc:spChg chg="mod">
          <ac:chgData name="nehakamde06@outlook.com" userId="a3a4adbdec01cc1f" providerId="LiveId" clId="{13B4897D-0EA0-48BE-8D48-899A6FB373C0}" dt="2026-03-14T01:03:04.651" v="1082" actId="20577"/>
          <ac:spMkLst>
            <pc:docMk/>
            <pc:sldMk cId="4255695554" sldId="283"/>
            <ac:spMk id="63" creationId="{95436C14-A11F-76FA-B582-F41AB3337A3F}"/>
          </ac:spMkLst>
        </pc:spChg>
      </pc:sldChg>
      <pc:sldChg chg="add del">
        <pc:chgData name="nehakamde06@outlook.com" userId="a3a4adbdec01cc1f" providerId="LiveId" clId="{13B4897D-0EA0-48BE-8D48-899A6FB373C0}" dt="2026-03-14T00:51:49.469" v="4" actId="2696"/>
        <pc:sldMkLst>
          <pc:docMk/>
          <pc:sldMk cId="1286790811" sldId="284"/>
        </pc:sldMkLst>
      </pc:sldChg>
      <pc:sldChg chg="modSp add mod">
        <pc:chgData name="nehakamde06@outlook.com" userId="a3a4adbdec01cc1f" providerId="LiveId" clId="{13B4897D-0EA0-48BE-8D48-899A6FB373C0}" dt="2026-03-14T01:03:57.978" v="1192" actId="20577"/>
        <pc:sldMkLst>
          <pc:docMk/>
          <pc:sldMk cId="3772616332" sldId="284"/>
        </pc:sldMkLst>
        <pc:spChg chg="mod">
          <ac:chgData name="nehakamde06@outlook.com" userId="a3a4adbdec01cc1f" providerId="LiveId" clId="{13B4897D-0EA0-48BE-8D48-899A6FB373C0}" dt="2026-03-14T01:03:27.740" v="1102" actId="20577"/>
          <ac:spMkLst>
            <pc:docMk/>
            <pc:sldMk cId="3772616332" sldId="284"/>
            <ac:spMk id="2" creationId="{8E7282E4-4215-1855-66BE-857E0E4F8E56}"/>
          </ac:spMkLst>
        </pc:spChg>
        <pc:spChg chg="mod">
          <ac:chgData name="nehakamde06@outlook.com" userId="a3a4adbdec01cc1f" providerId="LiveId" clId="{13B4897D-0EA0-48BE-8D48-899A6FB373C0}" dt="2026-03-14T01:03:57.978" v="1192" actId="20577"/>
          <ac:spMkLst>
            <pc:docMk/>
            <pc:sldMk cId="3772616332" sldId="284"/>
            <ac:spMk id="63" creationId="{EC8107F4-A5E0-4D4C-1C67-169E3A7C39C0}"/>
          </ac:spMkLst>
        </pc:spChg>
      </pc:sldChg>
      <pc:sldChg chg="add del">
        <pc:chgData name="nehakamde06@outlook.com" userId="a3a4adbdec01cc1f" providerId="LiveId" clId="{13B4897D-0EA0-48BE-8D48-899A6FB373C0}" dt="2026-03-14T00:51:34.301" v="3" actId="2696"/>
        <pc:sldMkLst>
          <pc:docMk/>
          <pc:sldMk cId="2576672841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2ec2be52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2ec2be52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Need to convert these points into icons with text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0741632-7EF0-45FD-5271-F8F6A07D8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6D1C7813-F87B-C5DB-A092-F18BC3C77F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826B6C2A-D60F-31B4-421F-CE007F5355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403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65FDE01D-F937-5A37-74BD-D1C5596E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4A7CD00A-85AA-73DF-10AD-98A12EB108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8E6FF10B-4734-C56D-9B1D-32558854E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1797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685B709-ECB6-D75A-9EC1-3584F3AE0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D21F1D6D-ECAB-1A1A-BB88-009439B0D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6CE1C507-A647-DF44-914A-7045A89D1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76070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E11B2BB-133C-DA19-39B9-FDE8A30A4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5FE22435-B483-2427-2F34-11902197AF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27B4D048-0FAA-913A-98C3-1E304540C5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1757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A2C74412-47B0-3DD7-D419-A654C7C7A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3321E95A-1C7D-3E77-B2E8-0E6A4B9869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8C927F02-2FE9-A329-CBC8-80C365981B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7450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CFCFD225-D87A-849C-98E9-A9F131775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F93F9E47-AAB3-69C9-39C7-628EB3347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2B663148-1B4A-9FC5-E475-B0EF5F321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34094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8B2AF24D-4413-90B0-6EAB-A8C70AA8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>
            <a:extLst>
              <a:ext uri="{FF2B5EF4-FFF2-40B4-BE49-F238E27FC236}">
                <a16:creationId xmlns:a16="http://schemas.microsoft.com/office/drawing/2014/main" id="{ECEB8B42-5DCD-8B25-B242-393BE2135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>
            <a:extLst>
              <a:ext uri="{FF2B5EF4-FFF2-40B4-BE49-F238E27FC236}">
                <a16:creationId xmlns:a16="http://schemas.microsoft.com/office/drawing/2014/main" id="{D5DABE10-8402-7F4F-AB7F-61048EF8D1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3875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2ec2be52b7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2ec2be52b7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1121025" y="2806975"/>
            <a:ext cx="7255500" cy="808200"/>
          </a:xfrm>
          <a:prstGeom prst="roundRect">
            <a:avLst>
              <a:gd name="adj" fmla="val 12220"/>
            </a:avLst>
          </a:prstGeom>
          <a:solidFill>
            <a:srgbClr val="FFFFFF"/>
          </a:solidFill>
          <a:ln w="19050" cap="flat" cmpd="sng">
            <a:solidFill>
              <a:srgbClr val="0DBA4B"/>
            </a:solidFill>
            <a:prstDash val="solid"/>
            <a:round/>
            <a:headEnd type="none" w="sm" len="sm"/>
            <a:tailEnd type="none" w="sm" len="sm"/>
          </a:ln>
          <a:effectLst>
            <a:outerShdw blurRad="820293" dist="164059" dir="5400000" algn="bl" rotWithShape="0">
              <a:srgbClr val="222F3E">
                <a:alpha val="98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DM Sans SemiBold"/>
                <a:ea typeface="DM Sans SemiBold"/>
                <a:cs typeface="DM Sans SemiBold"/>
                <a:sym typeface="DM Sans SemiBold"/>
              </a:rPr>
              <a:t>GUVI Geek Network Pvt Ltd</a:t>
            </a:r>
            <a:endParaRPr sz="3600">
              <a:latin typeface="DM Sans SemiBold"/>
              <a:ea typeface="DM Sans SemiBold"/>
              <a:cs typeface="DM Sans SemiBold"/>
              <a:sym typeface="DM Sans SemiBold"/>
            </a:endParaRPr>
          </a:p>
        </p:txBody>
      </p:sp>
      <p:pic>
        <p:nvPicPr>
          <p:cNvPr id="56" name="Google Shape;56;p14" descr="https://lh7-rt.googleusercontent.com/slidesz/AGV_vUcB9ty8zDAg8JWuKaIXd71ovW0lePsaN9RxgJN_cxYbNdGsU0nRg12mBAldchuvwYUWpg5-mZAdF8Xhh58e2hvXIe3WzaLe8a8yHrXeSNpmmq8CbRUEiIkJH0N7RDMU9UsKIk2sPDc9rlJkcN_0Z2UvjyPiUy30=s2048?key=wixq1D6uPe_5c_6uJJu5l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50799" y="1008750"/>
            <a:ext cx="6491149" cy="134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1087900" y="1948888"/>
            <a:ext cx="7406400" cy="124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20" b="1" dirty="0">
                <a:solidFill>
                  <a:srgbClr val="099F4E"/>
                </a:solidFill>
                <a:latin typeface="DM Sans"/>
                <a:ea typeface="DM Sans"/>
                <a:cs typeface="DM Sans"/>
                <a:sym typeface="DM Sans"/>
              </a:rPr>
              <a:t>Testing Artifacts</a:t>
            </a:r>
            <a:endParaRPr sz="3220" b="1" dirty="0">
              <a:solidFill>
                <a:srgbClr val="099F4E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FB039C2-243E-1CA4-6AA3-206E8CBE6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B785E291-5732-A29B-D230-433DDCD7F11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9ACDF22A-FDFD-6153-8FE1-35B85F6C3664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C466AB21-E68F-51D9-B9C8-C197989D80A6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CRS ( Customer Requirement Specification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SRS ( Software Requirement Specification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Business Process Document</a:t>
            </a: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B1E7C314-7C0B-9597-0F5F-2B272E6FDF5B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B344D9-2CDF-4422-1E72-56621364CC28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Requirement Documents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71748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86F1391C-6AED-0F55-F362-25D7ABAA6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A041D06E-A4FC-01E3-094A-123374E334D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A16AC73C-D3FB-397C-2B4C-96531E59F878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076AABA8-1438-2609-0827-AAF78680D772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FDD ( Functional Design Document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TDD ( Technical Design Document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Use Case/ Process Flow Document</a:t>
            </a: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9E4E3EC-0086-B249-16CF-8975F75C5ED5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D89F90-1500-1A89-3BD0-73DEBA01399A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Design Documents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4106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4C4D5A6-A98C-64AA-7A20-FBAD8BBC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247C82E3-408C-5C49-C0F9-3D6DB1644C0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8F618BFF-7CD8-ED44-4C1A-B6BABD366CAD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E82871DB-D839-8E22-4B51-54DB2BA79AAF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Strategy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Plan</a:t>
            </a: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860D37CE-A003-A9C7-FA23-51B772994949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87C20F-3324-0020-DD72-D5B220C3A33E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Test Planning Artifacts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2569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69D90F53-F37E-8588-8386-24635D8B1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F3B1B6E-E607-55E6-0985-D87A78516F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11D93999-D8F0-1260-84D0-5CF05A0FD922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19F45DEE-A58A-D24C-4872-F72D32BB09D1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Scenario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Case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Data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RTM ( Requirement Traceability Matrix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7788A306-AD8B-9535-3385-94EC0BD47D74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6C0C60-CF0A-504F-3A9D-AAE86076F484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Test Design Artifacts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5770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1B94D53D-520E-8195-CB93-6CA860A7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F426C80A-9333-A49E-903D-189C4258CBE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9DA31BDB-0889-FA0A-A3DF-71B980280932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381633BC-A0A4-B96A-82C6-2E5D42D7F226}"/>
              </a:ext>
            </a:extLst>
          </p:cNvPr>
          <p:cNvSpPr txBox="1"/>
          <p:nvPr/>
        </p:nvSpPr>
        <p:spPr>
          <a:xfrm>
            <a:off x="493799" y="796017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Execution Report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Bug/Defect Report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DSR ( Defect Status Report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WSR ( Weekly Status Report )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10A488C7-5F66-D1B6-9553-C85027581EC6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3288DD-D8CD-7F82-E1B0-59756BEA9119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Test Execution Artifacts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70277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35B2D52-1BBC-D5B8-7673-A04627850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77C598FE-B189-13BA-F98D-B277A7E44D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1D7EEFA7-6CD9-8377-18C7-44D1FD23FAD2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95436C14-A11F-76FA-B582-F41AB3337A3F}"/>
              </a:ext>
            </a:extLst>
          </p:cNvPr>
          <p:cNvSpPr txBox="1"/>
          <p:nvPr/>
        </p:nvSpPr>
        <p:spPr>
          <a:xfrm>
            <a:off x="493800" y="822068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Automation Test Scripts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Automation Framework Document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0514381B-023B-26AD-DFD3-7457215CF8B7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368108-E452-9881-30B2-3E0277680934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Test Automation Artifacts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5569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91C4D7C-2A66-442E-89EE-75A0307E7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>
            <a:extLst>
              <a:ext uri="{FF2B5EF4-FFF2-40B4-BE49-F238E27FC236}">
                <a16:creationId xmlns:a16="http://schemas.microsoft.com/office/drawing/2014/main" id="{779A7D86-4B8F-2492-4052-9C96719ACD6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6275" y="76199"/>
            <a:ext cx="1511526" cy="313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>
            <a:extLst>
              <a:ext uri="{FF2B5EF4-FFF2-40B4-BE49-F238E27FC236}">
                <a16:creationId xmlns:a16="http://schemas.microsoft.com/office/drawing/2014/main" id="{55786174-4B91-4364-3252-608C9C03D46A}"/>
              </a:ext>
            </a:extLst>
          </p:cNvPr>
          <p:cNvSpPr txBox="1"/>
          <p:nvPr/>
        </p:nvSpPr>
        <p:spPr>
          <a:xfrm>
            <a:off x="7733725" y="4752025"/>
            <a:ext cx="141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B050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https://www.guvi.in/</a:t>
            </a:r>
            <a:endParaRPr sz="1000">
              <a:solidFill>
                <a:srgbClr val="00B050"/>
              </a:solidFill>
              <a:latin typeface="DM Sans Medium"/>
              <a:ea typeface="DM Sans Medium"/>
              <a:cs typeface="DM Sans Medium"/>
              <a:sym typeface="DM Sans Medium"/>
            </a:endParaRPr>
          </a:p>
        </p:txBody>
      </p:sp>
      <p:sp>
        <p:nvSpPr>
          <p:cNvPr id="63" name="Google Shape;63;p15">
            <a:extLst>
              <a:ext uri="{FF2B5EF4-FFF2-40B4-BE49-F238E27FC236}">
                <a16:creationId xmlns:a16="http://schemas.microsoft.com/office/drawing/2014/main" id="{EC8107F4-A5E0-4D4C-1C67-169E3A7C39C0}"/>
              </a:ext>
            </a:extLst>
          </p:cNvPr>
          <p:cNvSpPr txBox="1"/>
          <p:nvPr/>
        </p:nvSpPr>
        <p:spPr>
          <a:xfrm>
            <a:off x="493800" y="822068"/>
            <a:ext cx="8331793" cy="3351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Summary Report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DM Sans"/>
                <a:ea typeface="DM Sans"/>
                <a:cs typeface="DM Sans"/>
                <a:sym typeface="DM Sans"/>
              </a:rPr>
              <a:t>Test Closure Report</a:t>
            </a: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lvl="0">
              <a:lnSpc>
                <a:spcPct val="115000"/>
              </a:lnSpc>
            </a:pPr>
            <a:endParaRPr lang="en-US" sz="1600" b="1" dirty="0">
              <a:solidFill>
                <a:schemeClr val="tx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4" name="Google Shape;64;p15">
            <a:extLst>
              <a:ext uri="{FF2B5EF4-FFF2-40B4-BE49-F238E27FC236}">
                <a16:creationId xmlns:a16="http://schemas.microsoft.com/office/drawing/2014/main" id="{24174B7B-ADD7-F4CB-16E7-633058932F84}"/>
              </a:ext>
            </a:extLst>
          </p:cNvPr>
          <p:cNvSpPr txBox="1"/>
          <p:nvPr/>
        </p:nvSpPr>
        <p:spPr>
          <a:xfrm>
            <a:off x="152400" y="4678875"/>
            <a:ext cx="34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7282E4-4215-1855-66BE-857E0E4F8E56}"/>
              </a:ext>
            </a:extLst>
          </p:cNvPr>
          <p:cNvSpPr txBox="1"/>
          <p:nvPr/>
        </p:nvSpPr>
        <p:spPr>
          <a:xfrm>
            <a:off x="604157" y="334736"/>
            <a:ext cx="42495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Test Closure Artifacts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72616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>
            <a:spLocks noGrp="1"/>
          </p:cNvSpPr>
          <p:nvPr>
            <p:ph type="body" idx="1"/>
          </p:nvPr>
        </p:nvSpPr>
        <p:spPr>
          <a:xfrm>
            <a:off x="244900" y="1913850"/>
            <a:ext cx="8520600" cy="131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 b="1">
                <a:solidFill>
                  <a:srgbClr val="00B050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 sz="5300" b="1">
              <a:solidFill>
                <a:srgbClr val="00B05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181</Words>
  <Application>Microsoft Office PowerPoint</Application>
  <PresentationFormat>On-screen Show (16:9)</PresentationFormat>
  <Paragraphs>44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DM Sans Medium</vt:lpstr>
      <vt:lpstr>Arial</vt:lpstr>
      <vt:lpstr>DM Sans SemiBold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nehakamde06@outlook.com</cp:lastModifiedBy>
  <cp:revision>16</cp:revision>
  <dcterms:modified xsi:type="dcterms:W3CDTF">2026-03-14T01:06:27Z</dcterms:modified>
</cp:coreProperties>
</file>