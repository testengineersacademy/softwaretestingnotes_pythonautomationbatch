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76" r:id="rId12"/>
  </p:sldIdLst>
  <p:sldSz cx="9144000" cy="5143500" type="screen16x9"/>
  <p:notesSz cx="6858000" cy="9144000"/>
  <p:embeddedFontLs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DM Sans Medium" pitchFamily="2" charset="0"/>
      <p:regular r:id="rId18"/>
      <p:bold r:id="rId19"/>
      <p:italic r:id="rId20"/>
      <p:boldItalic r:id="rId21"/>
    </p:embeddedFont>
    <p:embeddedFont>
      <p:font typeface="DM Sans SemiBold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AD14F9-D986-4E84-867C-2FAFE46DA221}" v="28" dt="2026-03-07T05:29:37.964"/>
    <p1510:client id="{AD33DF12-240F-42A8-9A13-AA16D9B1F430}" v="23" dt="2026-03-08T03:53:38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78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kamde06@outlook.com" userId="a3a4adbdec01cc1f" providerId="LiveId" clId="{13B4897D-0EA0-48BE-8D48-899A6FB373C0}"/>
    <pc:docChg chg="undo custSel addSld delSld modSld">
      <pc:chgData name="nehakamde06@outlook.com" userId="a3a4adbdec01cc1f" providerId="LiveId" clId="{13B4897D-0EA0-48BE-8D48-899A6FB373C0}" dt="2026-03-08T05:01:45.981" v="877" actId="6549"/>
      <pc:docMkLst>
        <pc:docMk/>
      </pc:docMkLst>
      <pc:sldChg chg="modSp mod">
        <pc:chgData name="nehakamde06@outlook.com" userId="a3a4adbdec01cc1f" providerId="LiveId" clId="{13B4897D-0EA0-48BE-8D48-899A6FB373C0}" dt="2026-03-07T18:24:02.637" v="274" actId="20577"/>
        <pc:sldMkLst>
          <pc:docMk/>
          <pc:sldMk cId="0" sldId="257"/>
        </pc:sldMkLst>
        <pc:spChg chg="mod">
          <ac:chgData name="nehakamde06@outlook.com" userId="a3a4adbdec01cc1f" providerId="LiveId" clId="{13B4897D-0EA0-48BE-8D48-899A6FB373C0}" dt="2026-03-07T18:24:02.637" v="274" actId="20577"/>
          <ac:spMkLst>
            <pc:docMk/>
            <pc:sldMk cId="0" sldId="257"/>
            <ac:spMk id="63" creationId="{00000000-0000-0000-0000-000000000000}"/>
          </ac:spMkLst>
        </pc:spChg>
      </pc:sldChg>
      <pc:sldChg chg="modSp mod">
        <pc:chgData name="nehakamde06@outlook.com" userId="a3a4adbdec01cc1f" providerId="LiveId" clId="{13B4897D-0EA0-48BE-8D48-899A6FB373C0}" dt="2026-03-07T01:53:54.557" v="48" actId="27636"/>
        <pc:sldMkLst>
          <pc:docMk/>
          <pc:sldMk cId="0" sldId="276"/>
        </pc:sldMkLst>
        <pc:spChg chg="mod">
          <ac:chgData name="nehakamde06@outlook.com" userId="a3a4adbdec01cc1f" providerId="LiveId" clId="{13B4897D-0EA0-48BE-8D48-899A6FB373C0}" dt="2026-03-07T01:53:54.557" v="48" actId="27636"/>
          <ac:spMkLst>
            <pc:docMk/>
            <pc:sldMk cId="0" sldId="276"/>
            <ac:spMk id="231" creationId="{00000000-0000-0000-0000-000000000000}"/>
          </ac:spMkLst>
        </pc:spChg>
      </pc:sldChg>
      <pc:sldChg chg="del">
        <pc:chgData name="nehakamde06@outlook.com" userId="a3a4adbdec01cc1f" providerId="LiveId" clId="{13B4897D-0EA0-48BE-8D48-899A6FB373C0}" dt="2026-03-07T01:51:14.345" v="0" actId="2696"/>
        <pc:sldMkLst>
          <pc:docMk/>
          <pc:sldMk cId="3796808006" sldId="277"/>
        </pc:sldMkLst>
      </pc:sldChg>
      <pc:sldChg chg="addSp delSp modSp add del mod">
        <pc:chgData name="nehakamde06@outlook.com" userId="a3a4adbdec01cc1f" providerId="LiveId" clId="{13B4897D-0EA0-48BE-8D48-899A6FB373C0}" dt="2026-03-07T18:23:51.527" v="242" actId="2696"/>
        <pc:sldMkLst>
          <pc:docMk/>
          <pc:sldMk cId="3942029924" sldId="277"/>
        </pc:sldMkLst>
        <pc:spChg chg="add mod">
          <ac:chgData name="nehakamde06@outlook.com" userId="a3a4adbdec01cc1f" providerId="LiveId" clId="{13B4897D-0EA0-48BE-8D48-899A6FB373C0}" dt="2026-03-07T01:54:05.894" v="50" actId="12"/>
          <ac:spMkLst>
            <pc:docMk/>
            <pc:sldMk cId="3942029924" sldId="277"/>
            <ac:spMk id="2" creationId="{CE1C6EBC-5CD1-7232-00B4-3C7BAFB36759}"/>
          </ac:spMkLst>
        </pc:spChg>
        <pc:spChg chg="add mod">
          <ac:chgData name="nehakamde06@outlook.com" userId="a3a4adbdec01cc1f" providerId="LiveId" clId="{13B4897D-0EA0-48BE-8D48-899A6FB373C0}" dt="2026-03-07T02:00:03.854" v="63" actId="20577"/>
          <ac:spMkLst>
            <pc:docMk/>
            <pc:sldMk cId="3942029924" sldId="277"/>
            <ac:spMk id="3" creationId="{EE829B7B-25E0-BF6E-ABE1-F299133967A3}"/>
          </ac:spMkLst>
        </pc:spChg>
        <pc:spChg chg="add del mod">
          <ac:chgData name="nehakamde06@outlook.com" userId="a3a4adbdec01cc1f" providerId="LiveId" clId="{13B4897D-0EA0-48BE-8D48-899A6FB373C0}" dt="2026-03-07T02:01:35.021" v="66"/>
          <ac:spMkLst>
            <pc:docMk/>
            <pc:sldMk cId="3942029924" sldId="277"/>
            <ac:spMk id="4" creationId="{F77726CA-D27B-B541-213A-5A00A8416BAB}"/>
          </ac:spMkLst>
        </pc:spChg>
        <pc:spChg chg="add mod">
          <ac:chgData name="nehakamde06@outlook.com" userId="a3a4adbdec01cc1f" providerId="LiveId" clId="{13B4897D-0EA0-48BE-8D48-899A6FB373C0}" dt="2026-03-07T02:02:43.408" v="76" actId="12"/>
          <ac:spMkLst>
            <pc:docMk/>
            <pc:sldMk cId="3942029924" sldId="277"/>
            <ac:spMk id="5" creationId="{87E461CC-A628-4D78-F7E5-815720BCF11F}"/>
          </ac:spMkLst>
        </pc:spChg>
        <pc:spChg chg="mod">
          <ac:chgData name="nehakamde06@outlook.com" userId="a3a4adbdec01cc1f" providerId="LiveId" clId="{13B4897D-0EA0-48BE-8D48-899A6FB373C0}" dt="2026-03-07T02:02:13.800" v="74" actId="1076"/>
          <ac:spMkLst>
            <pc:docMk/>
            <pc:sldMk cId="3942029924" sldId="277"/>
            <ac:spMk id="63" creationId="{56719CED-D32E-3175-290F-2DA5EC752FF3}"/>
          </ac:spMkLst>
        </pc:spChg>
      </pc:sldChg>
      <pc:sldChg chg="addSp delSp modSp add del mod">
        <pc:chgData name="nehakamde06@outlook.com" userId="a3a4adbdec01cc1f" providerId="LiveId" clId="{13B4897D-0EA0-48BE-8D48-899A6FB373C0}" dt="2026-03-07T18:23:51.527" v="242" actId="2696"/>
        <pc:sldMkLst>
          <pc:docMk/>
          <pc:sldMk cId="3037879693" sldId="278"/>
        </pc:sldMkLst>
        <pc:spChg chg="del mod">
          <ac:chgData name="nehakamde06@outlook.com" userId="a3a4adbdec01cc1f" providerId="LiveId" clId="{13B4897D-0EA0-48BE-8D48-899A6FB373C0}" dt="2026-03-07T02:03:15.030" v="86"/>
          <ac:spMkLst>
            <pc:docMk/>
            <pc:sldMk cId="3037879693" sldId="278"/>
            <ac:spMk id="2" creationId="{03359EBF-0EA9-CA3D-B935-DC5DFD32CCCA}"/>
          </ac:spMkLst>
        </pc:spChg>
        <pc:spChg chg="del mod">
          <ac:chgData name="nehakamde06@outlook.com" userId="a3a4adbdec01cc1f" providerId="LiveId" clId="{13B4897D-0EA0-48BE-8D48-899A6FB373C0}" dt="2026-03-07T02:03:15.028" v="84"/>
          <ac:spMkLst>
            <pc:docMk/>
            <pc:sldMk cId="3037879693" sldId="278"/>
            <ac:spMk id="3" creationId="{BA0E9F40-D922-14FD-B51E-36E805ADBA09}"/>
          </ac:spMkLst>
        </pc:spChg>
        <pc:spChg chg="add mod">
          <ac:chgData name="nehakamde06@outlook.com" userId="a3a4adbdec01cc1f" providerId="LiveId" clId="{13B4897D-0EA0-48BE-8D48-899A6FB373C0}" dt="2026-03-07T02:09:50.026" v="110" actId="1076"/>
          <ac:spMkLst>
            <pc:docMk/>
            <pc:sldMk cId="3037879693" sldId="278"/>
            <ac:spMk id="4" creationId="{570D4AAA-B8E8-19F5-13CD-92EEECA10030}"/>
          </ac:spMkLst>
        </pc:spChg>
        <pc:spChg chg="del mod">
          <ac:chgData name="nehakamde06@outlook.com" userId="a3a4adbdec01cc1f" providerId="LiveId" clId="{13B4897D-0EA0-48BE-8D48-899A6FB373C0}" dt="2026-03-07T02:03:15.028" v="82"/>
          <ac:spMkLst>
            <pc:docMk/>
            <pc:sldMk cId="3037879693" sldId="278"/>
            <ac:spMk id="5" creationId="{BF1CAAF3-A6E6-79A2-6341-DE2F79DFECFA}"/>
          </ac:spMkLst>
        </pc:spChg>
        <pc:spChg chg="add mod">
          <ac:chgData name="nehakamde06@outlook.com" userId="a3a4adbdec01cc1f" providerId="LiveId" clId="{13B4897D-0EA0-48BE-8D48-899A6FB373C0}" dt="2026-03-07T02:10:18.371" v="115" actId="6549"/>
          <ac:spMkLst>
            <pc:docMk/>
            <pc:sldMk cId="3037879693" sldId="278"/>
            <ac:spMk id="6" creationId="{623E9113-BFE8-5268-81F4-65BAC9A1A695}"/>
          </ac:spMkLst>
        </pc:spChg>
        <pc:spChg chg="add mod">
          <ac:chgData name="nehakamde06@outlook.com" userId="a3a4adbdec01cc1f" providerId="LiveId" clId="{13B4897D-0EA0-48BE-8D48-899A6FB373C0}" dt="2026-03-07T02:10:13.129" v="114" actId="12"/>
          <ac:spMkLst>
            <pc:docMk/>
            <pc:sldMk cId="3037879693" sldId="278"/>
            <ac:spMk id="7" creationId="{6D40D14A-F504-D190-F517-633C04F9839E}"/>
          </ac:spMkLst>
        </pc:spChg>
      </pc:sldChg>
      <pc:sldChg chg="addSp delSp modSp add del mod">
        <pc:chgData name="nehakamde06@outlook.com" userId="a3a4adbdec01cc1f" providerId="LiveId" clId="{13B4897D-0EA0-48BE-8D48-899A6FB373C0}" dt="2026-03-07T18:23:51.527" v="242" actId="2696"/>
        <pc:sldMkLst>
          <pc:docMk/>
          <pc:sldMk cId="1738929111" sldId="279"/>
        </pc:sldMkLst>
        <pc:spChg chg="add mod">
          <ac:chgData name="nehakamde06@outlook.com" userId="a3a4adbdec01cc1f" providerId="LiveId" clId="{13B4897D-0EA0-48BE-8D48-899A6FB373C0}" dt="2026-03-07T05:30:04.711" v="241" actId="6549"/>
          <ac:spMkLst>
            <pc:docMk/>
            <pc:sldMk cId="1738929111" sldId="279"/>
            <ac:spMk id="2" creationId="{464E2A64-6746-AD63-1359-7391AFCBA957}"/>
          </ac:spMkLst>
        </pc:spChg>
        <pc:spChg chg="mod">
          <ac:chgData name="nehakamde06@outlook.com" userId="a3a4adbdec01cc1f" providerId="LiveId" clId="{13B4897D-0EA0-48BE-8D48-899A6FB373C0}" dt="2026-03-07T02:14:26.188" v="119" actId="1076"/>
          <ac:spMkLst>
            <pc:docMk/>
            <pc:sldMk cId="1738929111" sldId="279"/>
            <ac:spMk id="4" creationId="{A6835BCE-9FE1-EA5C-7716-1581332C754B}"/>
          </ac:spMkLst>
        </pc:spChg>
        <pc:spChg chg="mod">
          <ac:chgData name="nehakamde06@outlook.com" userId="a3a4adbdec01cc1f" providerId="LiveId" clId="{13B4897D-0EA0-48BE-8D48-899A6FB373C0}" dt="2026-03-07T02:16:53.209" v="127" actId="6549"/>
          <ac:spMkLst>
            <pc:docMk/>
            <pc:sldMk cId="1738929111" sldId="279"/>
            <ac:spMk id="6" creationId="{9D65B547-F7D7-4386-6792-D5A435E257DD}"/>
          </ac:spMkLst>
        </pc:spChg>
        <pc:spChg chg="del mod">
          <ac:chgData name="nehakamde06@outlook.com" userId="a3a4adbdec01cc1f" providerId="LiveId" clId="{13B4897D-0EA0-48BE-8D48-899A6FB373C0}" dt="2026-03-07T05:07:40.151" v="225"/>
          <ac:spMkLst>
            <pc:docMk/>
            <pc:sldMk cId="1738929111" sldId="279"/>
            <ac:spMk id="7" creationId="{790E8720-3FC8-0234-E586-94E6AA23A76D}"/>
          </ac:spMkLst>
        </pc:spChg>
      </pc:sldChg>
      <pc:sldChg chg="addSp delSp modSp add del mod">
        <pc:chgData name="nehakamde06@outlook.com" userId="a3a4adbdec01cc1f" providerId="LiveId" clId="{13B4897D-0EA0-48BE-8D48-899A6FB373C0}" dt="2026-03-07T18:23:51.527" v="242" actId="2696"/>
        <pc:sldMkLst>
          <pc:docMk/>
          <pc:sldMk cId="3213717963" sldId="280"/>
        </pc:sldMkLst>
        <pc:spChg chg="mod">
          <ac:chgData name="nehakamde06@outlook.com" userId="a3a4adbdec01cc1f" providerId="LiveId" clId="{13B4897D-0EA0-48BE-8D48-899A6FB373C0}" dt="2026-03-07T05:15:07.491" v="226" actId="6549"/>
          <ac:spMkLst>
            <pc:docMk/>
            <pc:sldMk cId="3213717963" sldId="280"/>
            <ac:spMk id="4" creationId="{61A34457-7B8B-89D6-971B-1DF1CE9F8C1E}"/>
          </ac:spMkLst>
        </pc:spChg>
        <pc:spChg chg="add del mod">
          <ac:chgData name="nehakamde06@outlook.com" userId="a3a4adbdec01cc1f" providerId="LiveId" clId="{13B4897D-0EA0-48BE-8D48-899A6FB373C0}" dt="2026-03-07T02:20:58.709" v="179" actId="1076"/>
          <ac:spMkLst>
            <pc:docMk/>
            <pc:sldMk cId="3213717963" sldId="280"/>
            <ac:spMk id="6" creationId="{BD81BB15-266A-E24C-27FE-5F58169CDA77}"/>
          </ac:spMkLst>
        </pc:spChg>
        <pc:spChg chg="mod">
          <ac:chgData name="nehakamde06@outlook.com" userId="a3a4adbdec01cc1f" providerId="LiveId" clId="{13B4897D-0EA0-48BE-8D48-899A6FB373C0}" dt="2026-03-07T02:20:49.795" v="178" actId="6549"/>
          <ac:spMkLst>
            <pc:docMk/>
            <pc:sldMk cId="3213717963" sldId="280"/>
            <ac:spMk id="7" creationId="{1D9EE1C8-BDA3-8B36-D107-73A94B8F9773}"/>
          </ac:spMkLst>
        </pc:spChg>
      </pc:sldChg>
      <pc:sldChg chg="addSp delSp modSp add del mod">
        <pc:chgData name="nehakamde06@outlook.com" userId="a3a4adbdec01cc1f" providerId="LiveId" clId="{13B4897D-0EA0-48BE-8D48-899A6FB373C0}" dt="2026-03-07T18:23:51.527" v="242" actId="2696"/>
        <pc:sldMkLst>
          <pc:docMk/>
          <pc:sldMk cId="2678872686" sldId="281"/>
        </pc:sldMkLst>
        <pc:spChg chg="add mod">
          <ac:chgData name="nehakamde06@outlook.com" userId="a3a4adbdec01cc1f" providerId="LiveId" clId="{13B4897D-0EA0-48BE-8D48-899A6FB373C0}" dt="2026-03-07T02:32:03.811" v="222" actId="1076"/>
          <ac:spMkLst>
            <pc:docMk/>
            <pc:sldMk cId="2678872686" sldId="281"/>
            <ac:spMk id="2" creationId="{F30945E2-4CEA-7010-40AD-7FE989D76E52}"/>
          </ac:spMkLst>
        </pc:spChg>
        <pc:spChg chg="mod">
          <ac:chgData name="nehakamde06@outlook.com" userId="a3a4adbdec01cc1f" providerId="LiveId" clId="{13B4897D-0EA0-48BE-8D48-899A6FB373C0}" dt="2026-03-07T02:27:10.465" v="190" actId="1076"/>
          <ac:spMkLst>
            <pc:docMk/>
            <pc:sldMk cId="2678872686" sldId="281"/>
            <ac:spMk id="4" creationId="{0014DBA1-1FAE-6B95-7239-6534EA8C66F9}"/>
          </ac:spMkLst>
        </pc:spChg>
        <pc:spChg chg="del mod">
          <ac:chgData name="nehakamde06@outlook.com" userId="a3a4adbdec01cc1f" providerId="LiveId" clId="{13B4897D-0EA0-48BE-8D48-899A6FB373C0}" dt="2026-03-07T02:26:03.187" v="182" actId="478"/>
          <ac:spMkLst>
            <pc:docMk/>
            <pc:sldMk cId="2678872686" sldId="281"/>
            <ac:spMk id="6" creationId="{FBC2CDAF-BADB-5F45-3379-4C82B1977969}"/>
          </ac:spMkLst>
        </pc:spChg>
        <pc:spChg chg="del mod">
          <ac:chgData name="nehakamde06@outlook.com" userId="a3a4adbdec01cc1f" providerId="LiveId" clId="{13B4897D-0EA0-48BE-8D48-899A6FB373C0}" dt="2026-03-07T02:27:04.149" v="189" actId="478"/>
          <ac:spMkLst>
            <pc:docMk/>
            <pc:sldMk cId="2678872686" sldId="281"/>
            <ac:spMk id="7" creationId="{1FF07212-2682-55AB-01F4-DC7D34C3D882}"/>
          </ac:spMkLst>
        </pc:spChg>
        <pc:spChg chg="mod">
          <ac:chgData name="nehakamde06@outlook.com" userId="a3a4adbdec01cc1f" providerId="LiveId" clId="{13B4897D-0EA0-48BE-8D48-899A6FB373C0}" dt="2026-03-07T02:31:56.668" v="221" actId="1076"/>
          <ac:spMkLst>
            <pc:docMk/>
            <pc:sldMk cId="2678872686" sldId="281"/>
            <ac:spMk id="63" creationId="{9C415D7C-1E60-EEF8-6AAB-46490A7C8556}"/>
          </ac:spMkLst>
        </pc:spChg>
      </pc:sldChg>
      <pc:sldChg chg="addSp modSp add mod">
        <pc:chgData name="nehakamde06@outlook.com" userId="a3a4adbdec01cc1f" providerId="LiveId" clId="{13B4897D-0EA0-48BE-8D48-899A6FB373C0}" dt="2026-03-07T18:40:55.285" v="284" actId="20577"/>
        <pc:sldMkLst>
          <pc:docMk/>
          <pc:sldMk cId="2010576428" sldId="282"/>
        </pc:sldMkLst>
        <pc:spChg chg="add mod">
          <ac:chgData name="nehakamde06@outlook.com" userId="a3a4adbdec01cc1f" providerId="LiveId" clId="{13B4897D-0EA0-48BE-8D48-899A6FB373C0}" dt="2026-03-07T18:40:55.285" v="284" actId="20577"/>
          <ac:spMkLst>
            <pc:docMk/>
            <pc:sldMk cId="2010576428" sldId="282"/>
            <ac:spMk id="2" creationId="{9982C3E7-E805-E07B-9CAA-3E73B75A913C}"/>
          </ac:spMkLst>
        </pc:spChg>
        <pc:spChg chg="mod">
          <ac:chgData name="nehakamde06@outlook.com" userId="a3a4adbdec01cc1f" providerId="LiveId" clId="{13B4897D-0EA0-48BE-8D48-899A6FB373C0}" dt="2026-03-07T02:28:43.905" v="192" actId="6549"/>
          <ac:spMkLst>
            <pc:docMk/>
            <pc:sldMk cId="2010576428" sldId="282"/>
            <ac:spMk id="63" creationId="{CF8B4C43-6209-D88E-D1EE-069B4D906D02}"/>
          </ac:spMkLst>
        </pc:spChg>
      </pc:sldChg>
      <pc:sldChg chg="modSp add mod">
        <pc:chgData name="nehakamde06@outlook.com" userId="a3a4adbdec01cc1f" providerId="LiveId" clId="{13B4897D-0EA0-48BE-8D48-899A6FB373C0}" dt="2026-03-07T18:43:27.997" v="291" actId="12"/>
        <pc:sldMkLst>
          <pc:docMk/>
          <pc:sldMk cId="773783222" sldId="283"/>
        </pc:sldMkLst>
        <pc:spChg chg="mod">
          <ac:chgData name="nehakamde06@outlook.com" userId="a3a4adbdec01cc1f" providerId="LiveId" clId="{13B4897D-0EA0-48BE-8D48-899A6FB373C0}" dt="2026-03-07T18:43:27.997" v="291" actId="12"/>
          <ac:spMkLst>
            <pc:docMk/>
            <pc:sldMk cId="773783222" sldId="283"/>
            <ac:spMk id="2" creationId="{03F24DAD-D64C-61D7-B94F-972ACEAA0D7B}"/>
          </ac:spMkLst>
        </pc:spChg>
      </pc:sldChg>
      <pc:sldChg chg="modSp add mod">
        <pc:chgData name="nehakamde06@outlook.com" userId="a3a4adbdec01cc1f" providerId="LiveId" clId="{13B4897D-0EA0-48BE-8D48-899A6FB373C0}" dt="2026-03-08T05:01:45.981" v="877" actId="6549"/>
        <pc:sldMkLst>
          <pc:docMk/>
          <pc:sldMk cId="2820535769" sldId="284"/>
        </pc:sldMkLst>
        <pc:spChg chg="mod">
          <ac:chgData name="nehakamde06@outlook.com" userId="a3a4adbdec01cc1f" providerId="LiveId" clId="{13B4897D-0EA0-48BE-8D48-899A6FB373C0}" dt="2026-03-08T05:01:45.981" v="877" actId="6549"/>
          <ac:spMkLst>
            <pc:docMk/>
            <pc:sldMk cId="2820535769" sldId="284"/>
            <ac:spMk id="2" creationId="{32CD9E28-8BCE-D980-00CB-F64D81848483}"/>
          </ac:spMkLst>
        </pc:spChg>
      </pc:sldChg>
      <pc:sldChg chg="modSp add mod">
        <pc:chgData name="nehakamde06@outlook.com" userId="a3a4adbdec01cc1f" providerId="LiveId" clId="{13B4897D-0EA0-48BE-8D48-899A6FB373C0}" dt="2026-03-08T03:38:00.874" v="524" actId="12"/>
        <pc:sldMkLst>
          <pc:docMk/>
          <pc:sldMk cId="1777345736" sldId="285"/>
        </pc:sldMkLst>
        <pc:spChg chg="mod">
          <ac:chgData name="nehakamde06@outlook.com" userId="a3a4adbdec01cc1f" providerId="LiveId" clId="{13B4897D-0EA0-48BE-8D48-899A6FB373C0}" dt="2026-03-08T03:38:00.874" v="524" actId="12"/>
          <ac:spMkLst>
            <pc:docMk/>
            <pc:sldMk cId="1777345736" sldId="285"/>
            <ac:spMk id="2" creationId="{0E36A5BA-CEF3-BA88-C845-36265E1A81A9}"/>
          </ac:spMkLst>
        </pc:spChg>
      </pc:sldChg>
      <pc:sldChg chg="modSp add mod">
        <pc:chgData name="nehakamde06@outlook.com" userId="a3a4adbdec01cc1f" providerId="LiveId" clId="{13B4897D-0EA0-48BE-8D48-899A6FB373C0}" dt="2026-03-08T04:24:16.599" v="876" actId="113"/>
        <pc:sldMkLst>
          <pc:docMk/>
          <pc:sldMk cId="3571037663" sldId="286"/>
        </pc:sldMkLst>
        <pc:spChg chg="mod">
          <ac:chgData name="nehakamde06@outlook.com" userId="a3a4adbdec01cc1f" providerId="LiveId" clId="{13B4897D-0EA0-48BE-8D48-899A6FB373C0}" dt="2026-03-08T04:24:16.599" v="876" actId="113"/>
          <ac:spMkLst>
            <pc:docMk/>
            <pc:sldMk cId="3571037663" sldId="286"/>
            <ac:spMk id="2" creationId="{1424229F-3549-4DF0-36E2-CE7BA0217465}"/>
          </ac:spMkLst>
        </pc:spChg>
      </pc:sldChg>
      <pc:sldChg chg="modSp add mod">
        <pc:chgData name="nehakamde06@outlook.com" userId="a3a4adbdec01cc1f" providerId="LiveId" clId="{13B4897D-0EA0-48BE-8D48-899A6FB373C0}" dt="2026-03-08T03:47:21.749" v="721" actId="113"/>
        <pc:sldMkLst>
          <pc:docMk/>
          <pc:sldMk cId="381346133" sldId="287"/>
        </pc:sldMkLst>
        <pc:spChg chg="mod">
          <ac:chgData name="nehakamde06@outlook.com" userId="a3a4adbdec01cc1f" providerId="LiveId" clId="{13B4897D-0EA0-48BE-8D48-899A6FB373C0}" dt="2026-03-08T03:47:21.749" v="721" actId="113"/>
          <ac:spMkLst>
            <pc:docMk/>
            <pc:sldMk cId="381346133" sldId="287"/>
            <ac:spMk id="2" creationId="{01D390CB-1CBA-A76B-D1B8-80F6FD4ADFD9}"/>
          </ac:spMkLst>
        </pc:spChg>
      </pc:sldChg>
      <pc:sldChg chg="modSp add mod">
        <pc:chgData name="nehakamde06@outlook.com" userId="a3a4adbdec01cc1f" providerId="LiveId" clId="{13B4897D-0EA0-48BE-8D48-899A6FB373C0}" dt="2026-03-08T03:50:14.554" v="775" actId="113"/>
        <pc:sldMkLst>
          <pc:docMk/>
          <pc:sldMk cId="3865475460" sldId="288"/>
        </pc:sldMkLst>
        <pc:spChg chg="mod">
          <ac:chgData name="nehakamde06@outlook.com" userId="a3a4adbdec01cc1f" providerId="LiveId" clId="{13B4897D-0EA0-48BE-8D48-899A6FB373C0}" dt="2026-03-08T03:50:14.554" v="775" actId="113"/>
          <ac:spMkLst>
            <pc:docMk/>
            <pc:sldMk cId="3865475460" sldId="288"/>
            <ac:spMk id="2" creationId="{FB629934-D200-E084-4C65-2BE707893DBF}"/>
          </ac:spMkLst>
        </pc:spChg>
      </pc:sldChg>
      <pc:sldChg chg="modSp add mod">
        <pc:chgData name="nehakamde06@outlook.com" userId="a3a4adbdec01cc1f" providerId="LiveId" clId="{13B4897D-0EA0-48BE-8D48-899A6FB373C0}" dt="2026-03-08T03:56:02.631" v="824" actId="5793"/>
        <pc:sldMkLst>
          <pc:docMk/>
          <pc:sldMk cId="4097965714" sldId="289"/>
        </pc:sldMkLst>
        <pc:spChg chg="mod">
          <ac:chgData name="nehakamde06@outlook.com" userId="a3a4adbdec01cc1f" providerId="LiveId" clId="{13B4897D-0EA0-48BE-8D48-899A6FB373C0}" dt="2026-03-08T03:56:02.631" v="824" actId="5793"/>
          <ac:spMkLst>
            <pc:docMk/>
            <pc:sldMk cId="4097965714" sldId="289"/>
            <ac:spMk id="2" creationId="{2681937F-6DAF-F820-AE1B-7AE002D2345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2ec2be52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2ec2be52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convert these points into icons with text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2FA2C86-6C52-1939-616C-81ED961BC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BE6148E2-5092-385A-AEC4-75312FB509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7866EF0D-1E52-2AA1-33CD-B41AC54A8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2799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7C0984F-7F6C-2FA6-C072-CE53BD518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971EF953-AA4A-85D8-CB9A-88EBD890C3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095C1E9A-8425-6BBB-3C5A-9B2BC3D58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2275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052A937-166F-B53B-A44C-833E23B8A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C3C37688-8730-A2D3-E30F-BFFC70AC4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408E2DE6-764D-23B0-536D-3977D2FE88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5992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9586345-AEC0-9A1C-64A1-F9EA2C131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340CAF02-F9F1-D3D0-E3C7-58023E900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52BB743C-8758-7AAF-8DB7-B36B0C13FC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2115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A8ED73B-C64F-12DD-17D3-70644E870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855320DB-DF4C-B767-6B56-378F9523A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435C602B-EB0A-D17C-C4A3-ED667793E8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5109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42B2817-CBA1-343C-3450-945D26CB9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139C1DE6-E7E0-BBED-4594-A397154139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1F904F44-B52B-8BD1-7E38-70CCE6BEA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9673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474BD95-A7B4-22EB-5ABC-3C852AC9D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4FCEE358-EED7-4C5F-CC97-A347B519D5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91FD4B11-56AF-8F93-911D-BAD87A13A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5279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E22493E-D056-CABE-8DF9-BFF301D3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E421ABFD-7CD1-5B72-CC8A-1A715E1BA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29F7BD29-AF82-63CB-1C32-809CCD8CCF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6808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ec2be52b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2ec2be52b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121025" y="2806975"/>
            <a:ext cx="7255500" cy="808200"/>
          </a:xfrm>
          <a:prstGeom prst="roundRect">
            <a:avLst>
              <a:gd name="adj" fmla="val 12220"/>
            </a:avLst>
          </a:prstGeom>
          <a:solidFill>
            <a:srgbClr val="FFFFFF"/>
          </a:solidFill>
          <a:ln w="19050" cap="flat" cmpd="sng">
            <a:solidFill>
              <a:srgbClr val="0DBA4B"/>
            </a:solidFill>
            <a:prstDash val="solid"/>
            <a:round/>
            <a:headEnd type="none" w="sm" len="sm"/>
            <a:tailEnd type="none" w="sm" len="sm"/>
          </a:ln>
          <a:effectLst>
            <a:outerShdw blurRad="820293" dist="164059" dir="5400000" algn="bl" rotWithShape="0">
              <a:srgbClr val="222F3E">
                <a:alpha val="98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DM Sans SemiBold"/>
                <a:ea typeface="DM Sans SemiBold"/>
                <a:cs typeface="DM Sans SemiBold"/>
                <a:sym typeface="DM Sans SemiBold"/>
              </a:rPr>
              <a:t>GUVI Geek Network Pvt Ltd</a:t>
            </a:r>
            <a:endParaRPr sz="36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6" name="Google Shape;56;p14" descr="https://lh7-rt.googleusercontent.com/slidesz/AGV_vUcB9ty8zDAg8JWuKaIXd71ovW0lePsaN9RxgJN_cxYbNdGsU0nRg12mBAldchuvwYUWpg5-mZAdF8Xhh58e2hvXIe3WzaLe8a8yHrXeSNpmmq8CbRUEiIkJH0N7RDMU9UsKIk2sPDc9rlJkcN_0Z2UvjyPiUy30=s2048?key=wixq1D6uPe_5c_6uJJu5l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0799" y="1008750"/>
            <a:ext cx="6491149" cy="13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20" b="1" dirty="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Test Plan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937DA57-6A50-4C08-B5B1-5C45C808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1CBAB1D1-9051-41E4-7F2B-9377DA0EDA3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759C551D-9CFA-1444-699A-4475AA1898A8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CF8B4C43-6209-D88E-D1EE-069B4D906D02}"/>
              </a:ext>
            </a:extLst>
          </p:cNvPr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E97D8B23-18FC-908C-F079-29FC18DAE14C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82C3E7-E805-E07B-9CAA-3E73B75A913C}"/>
              </a:ext>
            </a:extLst>
          </p:cNvPr>
          <p:cNvSpPr txBox="1"/>
          <p:nvPr/>
        </p:nvSpPr>
        <p:spPr>
          <a:xfrm>
            <a:off x="261257" y="665389"/>
            <a:ext cx="85725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Test Plan</a:t>
            </a:r>
            <a:r>
              <a:rPr lang="en-US" dirty="0"/>
              <a:t> in software testing is a </a:t>
            </a:r>
            <a:r>
              <a:rPr lang="en-US" b="1" dirty="0"/>
              <a:t>formal document that describes the testing strategy, objectives, resources, schedule, and scope of testing activities for a project</a:t>
            </a:r>
            <a:r>
              <a:rPr lang="en-US" dirty="0"/>
              <a:t>. It acts as a </a:t>
            </a:r>
            <a:r>
              <a:rPr lang="en-US" b="1" dirty="0"/>
              <a:t>blueprint for the testing process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Test Plan</a:t>
            </a:r>
            <a:r>
              <a:rPr lang="en-US" dirty="0"/>
              <a:t> is a document that explains </a:t>
            </a:r>
            <a:r>
              <a:rPr lang="en-US" b="1" dirty="0"/>
              <a:t>what to test, how to test, when to test, and who will test</a:t>
            </a:r>
            <a:r>
              <a:rPr lang="en-US" dirty="0"/>
              <a:t> in a software project.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helps the testing team </a:t>
            </a:r>
            <a:r>
              <a:rPr lang="en-US" b="1" dirty="0"/>
              <a:t>organize, manage, and control testing activities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0576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73B7D70-4D89-8D72-264D-F92A75BA6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39AEC3E1-1D20-51B3-40C8-5638D470AB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06229198-C463-5A9B-641E-2B5DA9283747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BB7EDE0D-4FCB-BCB0-A749-57B4ADD4AB2F}"/>
              </a:ext>
            </a:extLst>
          </p:cNvPr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567D9E2F-36A7-570C-0E2B-274DDCFD1DB5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F24DAD-D64C-61D7-B94F-972ACEAA0D7B}"/>
              </a:ext>
            </a:extLst>
          </p:cNvPr>
          <p:cNvSpPr txBox="1"/>
          <p:nvPr/>
        </p:nvSpPr>
        <p:spPr>
          <a:xfrm>
            <a:off x="261257" y="665389"/>
            <a:ext cx="85725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Objectives of Test Plan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</a:t>
            </a:r>
            <a:r>
              <a:rPr lang="en-US" b="1" dirty="0"/>
              <a:t>testing scope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</a:t>
            </a:r>
            <a:r>
              <a:rPr lang="en-US" b="1" dirty="0"/>
              <a:t>test strategy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Allocate </a:t>
            </a:r>
            <a:r>
              <a:rPr lang="en-US" b="1" dirty="0"/>
              <a:t>resources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</a:t>
            </a:r>
            <a:r>
              <a:rPr lang="en-US" b="1" dirty="0"/>
              <a:t>test schedule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 </a:t>
            </a:r>
            <a:r>
              <a:rPr lang="en-US" b="1" dirty="0"/>
              <a:t>risks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</a:t>
            </a:r>
            <a:r>
              <a:rPr lang="en-US" b="1" dirty="0"/>
              <a:t>quality of the software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3783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7029DB9-B24D-2250-2E07-33F27A4DA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AB33EB83-30AA-0097-F287-47979546BE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AE003BBA-E577-5B33-88CA-6D2AFBBDDA67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3B87617C-C685-7ED2-BA13-D52A68C70E43}"/>
              </a:ext>
            </a:extLst>
          </p:cNvPr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93470BAF-02F9-0C2C-627A-3D0D5A253FA9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CD9E28-8BCE-D980-00CB-F64D81848483}"/>
              </a:ext>
            </a:extLst>
          </p:cNvPr>
          <p:cNvSpPr txBox="1"/>
          <p:nvPr/>
        </p:nvSpPr>
        <p:spPr>
          <a:xfrm>
            <a:off x="261257" y="665389"/>
            <a:ext cx="85725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Test Plan Components / Contents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Scope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Inclusions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Exclusions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Defect </a:t>
            </a:r>
            <a:r>
              <a:rPr lang="en-IN" dirty="0"/>
              <a:t>Reporting Procedure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Features to be Tested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Features Not to be Tested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Test Strategy /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Test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Test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Roles and Responsibilities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Test Schedule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Entry Criteria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Exit Criteria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Deliverables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Risks and Mitigation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0535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0E73DF6-4509-CB9D-DF57-A8BE8823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3A2BFE75-294E-469E-6DB4-C2D6A5CCD23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5849E18E-7B6F-AD35-0F87-1161F424C54F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A10C285A-001B-D529-4F4E-B0082C857610}"/>
              </a:ext>
            </a:extLst>
          </p:cNvPr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C0AEA2E5-B92D-8255-C945-992175A93910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36A5BA-CEF3-BA88-C845-36265E1A81A9}"/>
              </a:ext>
            </a:extLst>
          </p:cNvPr>
          <p:cNvSpPr txBox="1"/>
          <p:nvPr/>
        </p:nvSpPr>
        <p:spPr>
          <a:xfrm>
            <a:off x="261257" y="665389"/>
            <a:ext cx="85725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 case, Test Scenario &amp; Test Case</a:t>
            </a:r>
          </a:p>
          <a:p>
            <a:endParaRPr lang="en-US" dirty="0"/>
          </a:p>
          <a:p>
            <a:r>
              <a:rPr lang="en-US" b="1" dirty="0"/>
              <a:t>Use Case:-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case describes the requirement.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case contains THREE Items.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Actor, which is the user, which can be a single person or a group of people, interacting with a process.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Action, which is to reach the final outcome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Goal/Outcome, which is the successful user outcome.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Test Scenario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possible area to be tested (What to test)</a:t>
            </a:r>
          </a:p>
          <a:p>
            <a:endParaRPr lang="en-US" dirty="0"/>
          </a:p>
          <a:p>
            <a:r>
              <a:rPr lang="en-US" b="1" dirty="0"/>
              <a:t>Test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Step by step actions to be performed to validate functionality of AUT (How to test).-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case contains test steps, expected result &amp; actual result.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345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7A8E0D8-902E-7218-2429-88440DA0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91A5028A-F0E8-0585-6190-A040C19B570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6E0DB777-B62D-A5C1-D0FC-EC13234CFDE7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61818A81-E3A6-9651-2885-5EDED8CE2671}"/>
              </a:ext>
            </a:extLst>
          </p:cNvPr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F70E2473-D9B2-759A-8EEE-298689714B6F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4229F-3549-4DF0-36E2-CE7BA0217465}"/>
              </a:ext>
            </a:extLst>
          </p:cNvPr>
          <p:cNvSpPr txBox="1"/>
          <p:nvPr/>
        </p:nvSpPr>
        <p:spPr>
          <a:xfrm>
            <a:off x="240846" y="529203"/>
            <a:ext cx="85725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Test Case Contents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Case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Case 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Pre-Condition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Step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Step Expected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Additional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Assigned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03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613DCDF-5398-C0B3-88C9-B8943C812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19927D02-7810-9D09-DCBB-6CB9565E436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8017C6CD-7452-5266-FF9D-66946C43259E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ED66C9BB-5E56-903A-59EC-10076486CCE7}"/>
              </a:ext>
            </a:extLst>
          </p:cNvPr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400CBA74-627D-CF33-9638-9B86809048A3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D390CB-1CBA-A76B-D1B8-80F6FD4ADFD9}"/>
              </a:ext>
            </a:extLst>
          </p:cNvPr>
          <p:cNvSpPr txBox="1"/>
          <p:nvPr/>
        </p:nvSpPr>
        <p:spPr>
          <a:xfrm>
            <a:off x="240846" y="529203"/>
            <a:ext cx="85725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Requirement Traceability Matrix(RTM)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What is RTM (Requirement Traceability Matrix)?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RTM describes the mapping of Requirement's with the Test cases.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main purpose of RTM is to see that all test cases are covered so that no functionality should miss while doing Software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Requirement Traceability Matrix - Parameters include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Requirement ID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Req Description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Test case ID's</a:t>
            </a:r>
          </a:p>
        </p:txBody>
      </p:sp>
    </p:spTree>
    <p:extLst>
      <p:ext uri="{BB962C8B-B14F-4D97-AF65-F5344CB8AC3E}">
        <p14:creationId xmlns:p14="http://schemas.microsoft.com/office/powerpoint/2010/main" val="381346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6048597-C675-B3C7-49E8-80AF0490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24A47809-5487-D065-6E68-D2A5A20447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76058EA1-28A9-4329-C75C-538805C16814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3AAC013F-4E31-A23B-08FF-42C46AB3F068}"/>
              </a:ext>
            </a:extLst>
          </p:cNvPr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267788E1-8BD8-4452-AB14-3F484E591EF2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629934-D200-E084-4C65-2BE707893DBF}"/>
              </a:ext>
            </a:extLst>
          </p:cNvPr>
          <p:cNvSpPr txBox="1"/>
          <p:nvPr/>
        </p:nvSpPr>
        <p:spPr>
          <a:xfrm>
            <a:off x="240846" y="529203"/>
            <a:ext cx="85725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Test Environment</a:t>
            </a:r>
          </a:p>
          <a:p>
            <a:endParaRPr lang="en-US" b="1" dirty="0"/>
          </a:p>
          <a:p>
            <a:r>
              <a:rPr lang="en-US" dirty="0"/>
              <a:t>Test Environment is a platform specially build for test case execution on the software product.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created by integrating the required software and hardware along with proper network configurations.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environment simulates production/real time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Another name of test environment is Test Bed.</a:t>
            </a:r>
          </a:p>
        </p:txBody>
      </p:sp>
    </p:spTree>
    <p:extLst>
      <p:ext uri="{BB962C8B-B14F-4D97-AF65-F5344CB8AC3E}">
        <p14:creationId xmlns:p14="http://schemas.microsoft.com/office/powerpoint/2010/main" val="3865475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B383329-8FFF-AC15-826E-48645444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9DDF090F-F896-CE56-325A-E16EB9A673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436ADD0A-C639-1F58-CB93-8B3CB9B29D76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5D2A4817-6E31-82EB-40A0-96A5D9DA17A5}"/>
              </a:ext>
            </a:extLst>
          </p:cNvPr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25CEA38A-0EED-007E-EFC0-2A4D53DAFB9B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81937F-6DAF-F820-AE1B-7AE002D23457}"/>
              </a:ext>
            </a:extLst>
          </p:cNvPr>
          <p:cNvSpPr txBox="1"/>
          <p:nvPr/>
        </p:nvSpPr>
        <p:spPr>
          <a:xfrm>
            <a:off x="240846" y="529203"/>
            <a:ext cx="85725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Test Execution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During this phase test team will carry out the testing based on the test plans and the test cases prepared.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Entry Criteria: </a:t>
            </a:r>
            <a:r>
              <a:rPr lang="en-US" dirty="0"/>
              <a:t>Test cases, Test Data &amp; Test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Activities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Test cases are executed based on the test planning.- Status of test cases are marked, </a:t>
            </a:r>
          </a:p>
          <a:p>
            <a:r>
              <a:rPr lang="en-US" dirty="0"/>
              <a:t>       like Passed, Failed, Blocked, Run, and others.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Documentation of test results and log defects for failed cases is done.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All the blocked and failed test cases are assigned bug ids.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Retesting once the defects are fixed.- Defects are tracked till closure.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Deliverables: Provides defect and test case execution report with completed results.</a:t>
            </a:r>
          </a:p>
        </p:txBody>
      </p:sp>
    </p:spTree>
    <p:extLst>
      <p:ext uri="{BB962C8B-B14F-4D97-AF65-F5344CB8AC3E}">
        <p14:creationId xmlns:p14="http://schemas.microsoft.com/office/powerpoint/2010/main" val="4097965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body" idx="1"/>
          </p:nvPr>
        </p:nvSpPr>
        <p:spPr>
          <a:xfrm>
            <a:off x="244900" y="1913850"/>
            <a:ext cx="85206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>
                <a:solidFill>
                  <a:srgbClr val="00B050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sz="5300" b="1">
              <a:solidFill>
                <a:srgbClr val="00B05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606</Words>
  <Application>Microsoft Office PowerPoint</Application>
  <PresentationFormat>On-screen Show (16:9)</PresentationFormat>
  <Paragraphs>109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DM Sans Medium</vt:lpstr>
      <vt:lpstr>DM Sans SemiBold</vt:lpstr>
      <vt:lpstr>Arial</vt:lpstr>
      <vt:lpstr>DM Sans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nehakamde06@outlook.com</cp:lastModifiedBy>
  <cp:revision>4</cp:revision>
  <dcterms:modified xsi:type="dcterms:W3CDTF">2026-03-08T05:01:55Z</dcterms:modified>
</cp:coreProperties>
</file>