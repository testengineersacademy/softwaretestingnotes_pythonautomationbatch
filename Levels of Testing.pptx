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86" r:id="rId3"/>
    <p:sldId id="288" r:id="rId4"/>
    <p:sldId id="287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F68AA-435D-4668-A306-08BE31D6DDAD}" v="6" dt="2026-02-22T03:18:20.5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7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kamde06@outlook.com" userId="a3a4adbdec01cc1f" providerId="LiveId" clId="{13B4897D-0EA0-48BE-8D48-899A6FB373C0}"/>
    <pc:docChg chg="undo custSel addSld modSld">
      <pc:chgData name="nehakamde06@outlook.com" userId="a3a4adbdec01cc1f" providerId="LiveId" clId="{13B4897D-0EA0-48BE-8D48-899A6FB373C0}" dt="2026-02-22T03:22:41.181" v="60" actId="20577"/>
      <pc:docMkLst>
        <pc:docMk/>
      </pc:docMkLst>
      <pc:sldChg chg="add">
        <pc:chgData name="nehakamde06@outlook.com" userId="a3a4adbdec01cc1f" providerId="LiveId" clId="{13B4897D-0EA0-48BE-8D48-899A6FB373C0}" dt="2026-02-22T03:17:31.759" v="0"/>
        <pc:sldMkLst>
          <pc:docMk/>
          <pc:sldMk cId="0" sldId="256"/>
        </pc:sldMkLst>
      </pc:sldChg>
      <pc:sldChg chg="modSp add mod">
        <pc:chgData name="nehakamde06@outlook.com" userId="a3a4adbdec01cc1f" providerId="LiveId" clId="{13B4897D-0EA0-48BE-8D48-899A6FB373C0}" dt="2026-02-22T03:22:41.181" v="60" actId="20577"/>
        <pc:sldMkLst>
          <pc:docMk/>
          <pc:sldMk cId="0" sldId="257"/>
        </pc:sldMkLst>
        <pc:spChg chg="mod">
          <ac:chgData name="nehakamde06@outlook.com" userId="a3a4adbdec01cc1f" providerId="LiveId" clId="{13B4897D-0EA0-48BE-8D48-899A6FB373C0}" dt="2026-02-22T03:22:41.181" v="60" actId="20577"/>
          <ac:spMkLst>
            <pc:docMk/>
            <pc:sldMk cId="0" sldId="257"/>
            <ac:spMk id="63" creationId="{00000000-0000-0000-0000-000000000000}"/>
          </ac:spMkLst>
        </pc:spChg>
      </pc:sldChg>
      <pc:sldChg chg="addSp modSp add mod">
        <pc:chgData name="nehakamde06@outlook.com" userId="a3a4adbdec01cc1f" providerId="LiveId" clId="{13B4897D-0EA0-48BE-8D48-899A6FB373C0}" dt="2026-02-22T03:22:21.780" v="35" actId="1076"/>
        <pc:sldMkLst>
          <pc:docMk/>
          <pc:sldMk cId="0" sldId="286"/>
        </pc:sldMkLst>
        <pc:spChg chg="add mod">
          <ac:chgData name="nehakamde06@outlook.com" userId="a3a4adbdec01cc1f" providerId="LiveId" clId="{13B4897D-0EA0-48BE-8D48-899A6FB373C0}" dt="2026-02-22T03:22:21.780" v="35" actId="1076"/>
          <ac:spMkLst>
            <pc:docMk/>
            <pc:sldMk cId="0" sldId="286"/>
            <ac:spMk id="6" creationId="{9E66ACF9-09C4-4F8B-23F5-4BD5A4FA560D}"/>
          </ac:spMkLst>
        </pc:spChg>
      </pc:sldChg>
      <pc:sldChg chg="addSp delSp modSp add mod setBg">
        <pc:chgData name="nehakamde06@outlook.com" userId="a3a4adbdec01cc1f" providerId="LiveId" clId="{13B4897D-0EA0-48BE-8D48-899A6FB373C0}" dt="2026-02-22T03:21:27.245" v="28" actId="1076"/>
        <pc:sldMkLst>
          <pc:docMk/>
          <pc:sldMk cId="1560779608" sldId="287"/>
        </pc:sldMkLst>
        <pc:spChg chg="del mod">
          <ac:chgData name="nehakamde06@outlook.com" userId="a3a4adbdec01cc1f" providerId="LiveId" clId="{13B4897D-0EA0-48BE-8D48-899A6FB373C0}" dt="2026-02-22T03:18:04.596" v="4" actId="21"/>
          <ac:spMkLst>
            <pc:docMk/>
            <pc:sldMk cId="1560779608" sldId="287"/>
            <ac:spMk id="2" creationId="{F2A6CE7B-155C-9672-6EE8-279E176B7760}"/>
          </ac:spMkLst>
        </pc:spChg>
        <pc:spChg chg="del mod">
          <ac:chgData name="nehakamde06@outlook.com" userId="a3a4adbdec01cc1f" providerId="LiveId" clId="{13B4897D-0EA0-48BE-8D48-899A6FB373C0}" dt="2026-02-22T03:18:07.024" v="5" actId="21"/>
          <ac:spMkLst>
            <pc:docMk/>
            <pc:sldMk cId="1560779608" sldId="287"/>
            <ac:spMk id="3" creationId="{B1BD782E-C1B0-54E1-37F5-F6D088634F14}"/>
          </ac:spMkLst>
        </pc:spChg>
        <pc:spChg chg="add mod">
          <ac:chgData name="nehakamde06@outlook.com" userId="a3a4adbdec01cc1f" providerId="LiveId" clId="{13B4897D-0EA0-48BE-8D48-899A6FB373C0}" dt="2026-02-22T03:18:08.121" v="6"/>
          <ac:spMkLst>
            <pc:docMk/>
            <pc:sldMk cId="1560779608" sldId="287"/>
            <ac:spMk id="5" creationId="{B1BD782E-C1B0-54E1-37F5-F6D088634F14}"/>
          </ac:spMkLst>
        </pc:spChg>
        <pc:spChg chg="add mod">
          <ac:chgData name="nehakamde06@outlook.com" userId="a3a4adbdec01cc1f" providerId="LiveId" clId="{13B4897D-0EA0-48BE-8D48-899A6FB373C0}" dt="2026-02-22T03:18:11.279" v="7"/>
          <ac:spMkLst>
            <pc:docMk/>
            <pc:sldMk cId="1560779608" sldId="287"/>
            <ac:spMk id="6" creationId="{966A26D8-657B-EF90-C162-59AE58CA4096}"/>
          </ac:spMkLst>
        </pc:spChg>
        <pc:spChg chg="add del">
          <ac:chgData name="nehakamde06@outlook.com" userId="a3a4adbdec01cc1f" providerId="LiveId" clId="{13B4897D-0EA0-48BE-8D48-899A6FB373C0}" dt="2026-02-22T03:18:35.029" v="12" actId="26606"/>
          <ac:spMkLst>
            <pc:docMk/>
            <pc:sldMk cId="1560779608" sldId="287"/>
            <ac:spMk id="9" creationId="{69D184B2-2226-4E31-BCCB-444330767440}"/>
          </ac:spMkLst>
        </pc:spChg>
        <pc:spChg chg="add del">
          <ac:chgData name="nehakamde06@outlook.com" userId="a3a4adbdec01cc1f" providerId="LiveId" clId="{13B4897D-0EA0-48BE-8D48-899A6FB373C0}" dt="2026-02-22T03:18:35.029" v="12" actId="26606"/>
          <ac:spMkLst>
            <pc:docMk/>
            <pc:sldMk cId="1560779608" sldId="287"/>
            <ac:spMk id="10" creationId="{1AC4D4E3-486A-464A-8EC8-D44881097267}"/>
          </ac:spMkLst>
        </pc:spChg>
        <pc:spChg chg="add del">
          <ac:chgData name="nehakamde06@outlook.com" userId="a3a4adbdec01cc1f" providerId="LiveId" clId="{13B4897D-0EA0-48BE-8D48-899A6FB373C0}" dt="2026-02-22T03:18:35.029" v="12" actId="26606"/>
          <ac:spMkLst>
            <pc:docMk/>
            <pc:sldMk cId="1560779608" sldId="287"/>
            <ac:spMk id="11" creationId="{864DE13E-58EB-4475-B79C-0D4FC651239B}"/>
          </ac:spMkLst>
        </pc:spChg>
        <pc:spChg chg="add del">
          <ac:chgData name="nehakamde06@outlook.com" userId="a3a4adbdec01cc1f" providerId="LiveId" clId="{13B4897D-0EA0-48BE-8D48-899A6FB373C0}" dt="2026-02-22T03:18:28.614" v="10" actId="26606"/>
          <ac:spMkLst>
            <pc:docMk/>
            <pc:sldMk cId="1560779608" sldId="287"/>
            <ac:spMk id="12" creationId="{F3060C83-F051-4F0E-ABAD-AA0DFC48B218}"/>
          </ac:spMkLst>
        </pc:spChg>
        <pc:spChg chg="add del">
          <ac:chgData name="nehakamde06@outlook.com" userId="a3a4adbdec01cc1f" providerId="LiveId" clId="{13B4897D-0EA0-48BE-8D48-899A6FB373C0}" dt="2026-02-22T03:18:28.614" v="10" actId="26606"/>
          <ac:spMkLst>
            <pc:docMk/>
            <pc:sldMk cId="1560779608" sldId="287"/>
            <ac:spMk id="14" creationId="{83C98ABE-055B-441F-B07E-44F97F083C39}"/>
          </ac:spMkLst>
        </pc:spChg>
        <pc:spChg chg="add del">
          <ac:chgData name="nehakamde06@outlook.com" userId="a3a4adbdec01cc1f" providerId="LiveId" clId="{13B4897D-0EA0-48BE-8D48-899A6FB373C0}" dt="2026-02-22T03:18:28.614" v="10" actId="26606"/>
          <ac:spMkLst>
            <pc:docMk/>
            <pc:sldMk cId="1560779608" sldId="287"/>
            <ac:spMk id="16" creationId="{29FDB030-9B49-4CED-8CCD-4D99382388AC}"/>
          </ac:spMkLst>
        </pc:spChg>
        <pc:spChg chg="add mod">
          <ac:chgData name="nehakamde06@outlook.com" userId="a3a4adbdec01cc1f" providerId="LiveId" clId="{13B4897D-0EA0-48BE-8D48-899A6FB373C0}" dt="2026-02-22T03:21:27.245" v="28" actId="1076"/>
          <ac:spMkLst>
            <pc:docMk/>
            <pc:sldMk cId="1560779608" sldId="287"/>
            <ac:spMk id="17" creationId="{7AA7F943-ED0B-DE47-9C7F-DC7F8D6999AF}"/>
          </ac:spMkLst>
        </pc:spChg>
        <pc:spChg chg="add del">
          <ac:chgData name="nehakamde06@outlook.com" userId="a3a4adbdec01cc1f" providerId="LiveId" clId="{13B4897D-0EA0-48BE-8D48-899A6FB373C0}" dt="2026-02-22T03:18:28.614" v="10" actId="26606"/>
          <ac:spMkLst>
            <pc:docMk/>
            <pc:sldMk cId="1560779608" sldId="287"/>
            <ac:spMk id="18" creationId="{3783CA14-24A1-485C-8B30-D6A5D87987AD}"/>
          </ac:spMkLst>
        </pc:spChg>
        <pc:spChg chg="add del">
          <ac:chgData name="nehakamde06@outlook.com" userId="a3a4adbdec01cc1f" providerId="LiveId" clId="{13B4897D-0EA0-48BE-8D48-899A6FB373C0}" dt="2026-02-22T03:18:28.614" v="10" actId="26606"/>
          <ac:spMkLst>
            <pc:docMk/>
            <pc:sldMk cId="1560779608" sldId="287"/>
            <ac:spMk id="20" creationId="{9A97C86A-04D6-40F7-AE84-31AB43E6A846}"/>
          </ac:spMkLst>
        </pc:spChg>
        <pc:spChg chg="add del">
          <ac:chgData name="nehakamde06@outlook.com" userId="a3a4adbdec01cc1f" providerId="LiveId" clId="{13B4897D-0EA0-48BE-8D48-899A6FB373C0}" dt="2026-02-22T03:18:28.614" v="10" actId="26606"/>
          <ac:spMkLst>
            <pc:docMk/>
            <pc:sldMk cId="1560779608" sldId="287"/>
            <ac:spMk id="22" creationId="{FF9F2414-84E8-453E-B1F3-389FDE8192D9}"/>
          </ac:spMkLst>
        </pc:spChg>
        <pc:spChg chg="add del">
          <ac:chgData name="nehakamde06@outlook.com" userId="a3a4adbdec01cc1f" providerId="LiveId" clId="{13B4897D-0EA0-48BE-8D48-899A6FB373C0}" dt="2026-02-22T03:18:28.614" v="10" actId="26606"/>
          <ac:spMkLst>
            <pc:docMk/>
            <pc:sldMk cId="1560779608" sldId="287"/>
            <ac:spMk id="24" creationId="{3ECA69A1-7536-43AC-85EF-C7106179F5ED}"/>
          </ac:spMkLst>
        </pc:spChg>
        <pc:graphicFrameChg chg="add mod modGraphic">
          <ac:chgData name="nehakamde06@outlook.com" userId="a3a4adbdec01cc1f" providerId="LiveId" clId="{13B4897D-0EA0-48BE-8D48-899A6FB373C0}" dt="2026-02-22T03:19:41.437" v="16" actId="20577"/>
          <ac:graphicFrameMkLst>
            <pc:docMk/>
            <pc:sldMk cId="1560779608" sldId="287"/>
            <ac:graphicFrameMk id="7" creationId="{35566AB7-3906-31FF-7386-B3028F4DFCC6}"/>
          </ac:graphicFrameMkLst>
        </pc:graphicFrameChg>
        <pc:picChg chg="add del">
          <ac:chgData name="nehakamde06@outlook.com" userId="a3a4adbdec01cc1f" providerId="LiveId" clId="{13B4897D-0EA0-48BE-8D48-899A6FB373C0}" dt="2026-02-22T03:21:10.994" v="26" actId="22"/>
          <ac:picMkLst>
            <pc:docMk/>
            <pc:sldMk cId="1560779608" sldId="287"/>
            <ac:picMk id="13" creationId="{4F56F52D-ADC1-6F09-1404-45AF3BEF2CC4}"/>
          </ac:picMkLst>
        </pc:picChg>
      </pc:sldChg>
      <pc:sldChg chg="addSp delSp modSp add mod setBg">
        <pc:chgData name="nehakamde06@outlook.com" userId="a3a4adbdec01cc1f" providerId="LiveId" clId="{13B4897D-0EA0-48BE-8D48-899A6FB373C0}" dt="2026-02-22T03:22:05.280" v="32" actId="1076"/>
        <pc:sldMkLst>
          <pc:docMk/>
          <pc:sldMk cId="2908672195" sldId="288"/>
        </pc:sldMkLst>
        <pc:spChg chg="del mod">
          <ac:chgData name="nehakamde06@outlook.com" userId="a3a4adbdec01cc1f" providerId="LiveId" clId="{13B4897D-0EA0-48BE-8D48-899A6FB373C0}" dt="2026-02-22T03:20:42.896" v="21" actId="478"/>
          <ac:spMkLst>
            <pc:docMk/>
            <pc:sldMk cId="2908672195" sldId="288"/>
            <ac:spMk id="2" creationId="{93567BA7-2DBF-AB27-28B9-38CEF71A970F}"/>
          </ac:spMkLst>
        </pc:spChg>
        <pc:spChg chg="del mod">
          <ac:chgData name="nehakamde06@outlook.com" userId="a3a4adbdec01cc1f" providerId="LiveId" clId="{13B4897D-0EA0-48BE-8D48-899A6FB373C0}" dt="2026-02-22T03:20:38.144" v="20" actId="478"/>
          <ac:spMkLst>
            <pc:docMk/>
            <pc:sldMk cId="2908672195" sldId="288"/>
            <ac:spMk id="3" creationId="{3A985532-99C4-BE38-F227-10683F2375BE}"/>
          </ac:spMkLst>
        </pc:spChg>
        <pc:spChg chg="add mod">
          <ac:chgData name="nehakamde06@outlook.com" userId="a3a4adbdec01cc1f" providerId="LiveId" clId="{13B4897D-0EA0-48BE-8D48-899A6FB373C0}" dt="2026-02-22T03:22:05.280" v="32" actId="1076"/>
          <ac:spMkLst>
            <pc:docMk/>
            <pc:sldMk cId="2908672195" sldId="288"/>
            <ac:spMk id="8" creationId="{EB5B6C13-2680-6DC4-EF9F-159ED00F60DC}"/>
          </ac:spMkLst>
        </pc:spChg>
        <pc:picChg chg="ord">
          <ac:chgData name="nehakamde06@outlook.com" userId="a3a4adbdec01cc1f" providerId="LiveId" clId="{13B4897D-0EA0-48BE-8D48-899A6FB373C0}" dt="2026-02-22T03:20:48.714" v="23" actId="26606"/>
          <ac:picMkLst>
            <pc:docMk/>
            <pc:sldMk cId="2908672195" sldId="288"/>
            <ac:picMk id="4" creationId="{79894DB9-22A1-2905-82C5-A47326D5CF75}"/>
          </ac:picMkLst>
        </pc:picChg>
        <pc:picChg chg="add mod">
          <ac:chgData name="nehakamde06@outlook.com" userId="a3a4adbdec01cc1f" providerId="LiveId" clId="{13B4897D-0EA0-48BE-8D48-899A6FB373C0}" dt="2026-02-22T03:21:00.567" v="24" actId="14100"/>
          <ac:picMkLst>
            <pc:docMk/>
            <pc:sldMk cId="2908672195" sldId="288"/>
            <ac:picMk id="6" creationId="{11313B1E-E502-B08C-DEB1-7293C8C9B5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11360-4DCE-41D6-B3EF-002FB0ECE296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7BC2-E9FF-458D-8829-65D6B94EB3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89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A7BC2-E9FF-458D-8829-65D6B94EB31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277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A7BC2-E9FF-458D-8829-65D6B94EB31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961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BB8CC-6302-308E-D55B-EE9C7CE3B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30F62-A93C-87E5-5D38-8712E449F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29ADC-DAD2-3816-2D55-6D44A6B2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0F556-C5BE-0B0C-AC3E-811667B0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AAFA5-C9E1-90D3-7A6D-6615354A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00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35F6-0A56-08B5-0DF0-8504C62D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84A23-2D63-CAEC-ACC7-024E47437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2B6C1-2C3F-FDB6-DC39-7B58B7AB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8BF9-67E3-1EBB-3293-5CF1E3B9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195CF-8C66-9D72-110E-0E0D752F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1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01B0-8018-ED8C-A9F7-D8CC50E2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4473B-D323-C029-E3E0-0955CFCE5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2B6B5-7B70-57CF-0045-E956CD97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020AF-10D6-1786-58A9-2D6C0A33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EF2C7-CE8C-8939-CDA8-722703FA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65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2F9BC-C25C-9CAB-7348-5D87C572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2AE1B-0AA2-481A-F777-F1FAA7F5B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9F8831-1E63-2EF0-3579-6CEF6D511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0E55D-CD3E-969E-305F-91F3FFEAD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62228-00F3-0F44-EE1B-1DC59643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966CD-5B88-9F54-B49F-CE4F556F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2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1F01-0B14-6D91-74C6-B9344DDC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8F7F9-87E6-D8A6-6F97-1D37474E9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77C41-2985-D818-ACAB-4B3B76A44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3FE0E-918F-DA3F-B94C-F6A45F196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80FD1-BA39-56D0-5BA0-ED708ACD3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6A7183-E6D9-6822-8C1A-357D3FF3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9F6A4-AB67-8ECD-CA1A-B0749B90D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FC19A-D496-7619-ECED-D7746175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316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8A2FC-2577-99E1-89B0-5FEE91B09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9EC90-AF85-655E-6915-28529FCED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627B3-1C2D-C5ED-EBE3-E09DF285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5BF66-90CD-FD2E-9852-90F1D957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77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27B95-4F30-3FB4-EB73-A8E4F8D5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C88FB-055E-CDDA-0AFA-F4BC5CD8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71FF2-4A60-32D9-2B69-3EF4B2C6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78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9C98-5577-F326-E186-EFAE8D9CF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EA677-08A0-CAF2-20E1-0ACBCBBD7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7C2BC-72B9-C160-FC79-EB2D65B60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6B585A-3EF8-E7E7-01D2-4BE14FB8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03356-2040-9554-4720-9DB1878A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0F61B-6602-B8B2-62C6-06A00412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64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3744-B9F7-1E0F-6306-29A96FB9F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93198-77AD-6975-7C50-A4FC60B61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9848A-076F-F0F9-4DEF-E3EDB26D5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2BB33-EB1F-16F0-FF6F-91587EC6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8E727-A796-3442-2600-0B1DD2F0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FE42A-FA13-1CF0-B9C8-EBECCD49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636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6B28-649E-E759-8286-378835FD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AF1651-F2BA-21D2-B6CD-11BBB50EE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6AD06-1C64-6E91-D52D-3CD48786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DBC30-940F-6807-AA1D-632DCD46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FB8C4-23B6-661F-4715-290180F8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75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438242-D094-59F6-A9E3-94268C2B99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BD384-AF6F-6C1E-7A71-1C6873F9D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51B64-BD90-5933-B078-7C5B64F3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D73F-8A42-378F-5E2B-2A51179F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B601A-D015-9181-6C70-66AE1CD2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511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1238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11F3D-D822-B1B5-9968-E12411A2E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19F4F-D3DC-7165-C2F3-E567E0C94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3039-8185-3F13-E635-29845028A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1EF47-7AD3-4048-93CF-6FB1DA07A08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A68EF-DC69-8ED2-53B4-76F7541CB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7E709-4845-F64B-70E1-6748C568D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CFBDF-C1B5-4E3C-9F6D-7126192B6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32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494700" y="3742633"/>
            <a:ext cx="9674000" cy="10776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algn="ctr"/>
            <a:r>
              <a:rPr lang="en" sz="48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48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1066" y="1345001"/>
            <a:ext cx="8654865" cy="17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Popular SDLC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Waterfall Model</a:t>
            </a:r>
          </a:p>
          <a:p>
            <a:pPr lvl="1"/>
            <a:r>
              <a:rPr lang="en-IN" dirty="0"/>
              <a:t>V-Model</a:t>
            </a:r>
            <a:endParaRPr dirty="0"/>
          </a:p>
          <a:p>
            <a:pPr lvl="1"/>
            <a:r>
              <a:rPr dirty="0"/>
              <a:t>Agile Model</a:t>
            </a:r>
          </a:p>
          <a:p>
            <a:pPr lvl="1"/>
            <a:r>
              <a:rPr dirty="0"/>
              <a:t>Spiral Model</a:t>
            </a:r>
          </a:p>
          <a:p>
            <a:pPr lvl="1"/>
            <a:r>
              <a:rPr dirty="0"/>
              <a:t>Incremental Model</a:t>
            </a:r>
          </a:p>
          <a:p>
            <a:pPr lvl="1"/>
            <a:r>
              <a:rPr dirty="0"/>
              <a:t>Iterative Model</a:t>
            </a:r>
          </a:p>
          <a:p>
            <a:pPr lvl="1"/>
            <a:r>
              <a:rPr dirty="0"/>
              <a:t>Big Bang Model</a:t>
            </a:r>
          </a:p>
        </p:txBody>
      </p:sp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86F3611A-6B7F-C502-B773-D5473C727B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5033" y="101599"/>
            <a:ext cx="2015368" cy="4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66ACF9-09C4-4F8B-23F5-4BD5A4FA560D}"/>
              </a:ext>
            </a:extLst>
          </p:cNvPr>
          <p:cNvSpPr txBox="1"/>
          <p:nvPr/>
        </p:nvSpPr>
        <p:spPr>
          <a:xfrm>
            <a:off x="9608458" y="6387069"/>
            <a:ext cx="248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92FC60-7C3D-4033-563A-1E5374DF0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313B1E-E502-B08C-DEB1-7293C8C9B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852678"/>
            <a:ext cx="10601652" cy="5009279"/>
          </a:xfrm>
          <a:prstGeom prst="rect">
            <a:avLst/>
          </a:prstGeom>
        </p:spPr>
      </p:pic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79894DB9-22A1-2905-82C5-A47326D5CF7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75033" y="101599"/>
            <a:ext cx="2015368" cy="4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5B6C13-2680-6DC4-EF9F-159ED00F60DC}"/>
              </a:ext>
            </a:extLst>
          </p:cNvPr>
          <p:cNvSpPr txBox="1"/>
          <p:nvPr/>
        </p:nvSpPr>
        <p:spPr>
          <a:xfrm>
            <a:off x="9678460" y="6387069"/>
            <a:ext cx="2808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</a:p>
        </p:txBody>
      </p:sp>
    </p:spTree>
    <p:extLst>
      <p:ext uri="{BB962C8B-B14F-4D97-AF65-F5344CB8AC3E}">
        <p14:creationId xmlns:p14="http://schemas.microsoft.com/office/powerpoint/2010/main" val="290867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D8F00-CDA6-3C93-5F60-8D252F34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;p15">
            <a:extLst>
              <a:ext uri="{FF2B5EF4-FFF2-40B4-BE49-F238E27FC236}">
                <a16:creationId xmlns:a16="http://schemas.microsoft.com/office/drawing/2014/main" id="{9F8EE803-21F0-E00E-CD69-1BE5D2D5B3F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75033" y="101599"/>
            <a:ext cx="2015368" cy="418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566AB7-3906-31FF-7386-B3028F4DF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50360"/>
              </p:ext>
            </p:extLst>
          </p:nvPr>
        </p:nvGraphicFramePr>
        <p:xfrm>
          <a:off x="643467" y="1361584"/>
          <a:ext cx="10905068" cy="4134834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183046">
                  <a:extLst>
                    <a:ext uri="{9D8B030D-6E8A-4147-A177-3AD203B41FA5}">
                      <a16:colId xmlns:a16="http://schemas.microsoft.com/office/drawing/2014/main" val="3890058518"/>
                    </a:ext>
                  </a:extLst>
                </a:gridCol>
                <a:gridCol w="3088645">
                  <a:extLst>
                    <a:ext uri="{9D8B030D-6E8A-4147-A177-3AD203B41FA5}">
                      <a16:colId xmlns:a16="http://schemas.microsoft.com/office/drawing/2014/main" val="2770095357"/>
                    </a:ext>
                  </a:extLst>
                </a:gridCol>
                <a:gridCol w="2456381">
                  <a:extLst>
                    <a:ext uri="{9D8B030D-6E8A-4147-A177-3AD203B41FA5}">
                      <a16:colId xmlns:a16="http://schemas.microsoft.com/office/drawing/2014/main" val="1646105824"/>
                    </a:ext>
                  </a:extLst>
                </a:gridCol>
                <a:gridCol w="3176996">
                  <a:extLst>
                    <a:ext uri="{9D8B030D-6E8A-4147-A177-3AD203B41FA5}">
                      <a16:colId xmlns:a16="http://schemas.microsoft.com/office/drawing/2014/main" val="2268479407"/>
                    </a:ext>
                  </a:extLst>
                </a:gridCol>
              </a:tblGrid>
              <a:tr h="75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Level</a:t>
                      </a:r>
                    </a:p>
                  </a:txBody>
                  <a:tcPr marL="206742" marR="159032" marT="159032" marB="159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Focus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Performed By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205077"/>
                  </a:ext>
                </a:extLst>
              </a:tr>
              <a:tr h="75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</a:txBody>
                  <a:tcPr marL="206742" marR="159032" marT="159032" marB="159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Single module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Developer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Check functions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117063"/>
                  </a:ext>
                </a:extLst>
              </a:tr>
              <a:tr h="75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Integration</a:t>
                      </a:r>
                    </a:p>
                  </a:txBody>
                  <a:tcPr marL="206742" marR="159032" marT="159032" marB="159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 dirty="0">
                          <a:solidFill>
                            <a:schemeClr val="tx1"/>
                          </a:solidFill>
                        </a:rPr>
                        <a:t>Module Interaction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Dev/Testers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Check connections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67822"/>
                  </a:ext>
                </a:extLst>
              </a:tr>
              <a:tr h="752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System</a:t>
                      </a:r>
                    </a:p>
                  </a:txBody>
                  <a:tcPr marL="206742" marR="159032" marT="159032" marB="159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Whole system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Testers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Verify system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445079"/>
                  </a:ext>
                </a:extLst>
              </a:tr>
              <a:tr h="112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Acceptance</a:t>
                      </a:r>
                    </a:p>
                  </a:txBody>
                  <a:tcPr marL="206742" marR="159032" marT="159032" marB="15903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Business needs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>
                          <a:solidFill>
                            <a:schemeClr val="tx1"/>
                          </a:solidFill>
                        </a:rPr>
                        <a:t>Client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cap="none" spc="0" dirty="0">
                          <a:solidFill>
                            <a:schemeClr val="tx1"/>
                          </a:solidFill>
                        </a:rPr>
                        <a:t>Validate requirements</a:t>
                      </a:r>
                    </a:p>
                  </a:txBody>
                  <a:tcPr marL="206742" marR="159032" marT="159032" marB="15903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021282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AA7F943-ED0B-DE47-9C7F-DC7F8D6999AF}"/>
              </a:ext>
            </a:extLst>
          </p:cNvPr>
          <p:cNvSpPr txBox="1"/>
          <p:nvPr/>
        </p:nvSpPr>
        <p:spPr>
          <a:xfrm>
            <a:off x="9601200" y="63382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</a:p>
        </p:txBody>
      </p:sp>
    </p:spTree>
    <p:extLst>
      <p:ext uri="{BB962C8B-B14F-4D97-AF65-F5344CB8AC3E}">
        <p14:creationId xmlns:p14="http://schemas.microsoft.com/office/powerpoint/2010/main" val="156077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5033" y="101599"/>
            <a:ext cx="2015368" cy="4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10311633" y="6336033"/>
            <a:ext cx="18804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333" dirty="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333" dirty="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269433" y="2478774"/>
            <a:ext cx="9875200" cy="1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" sz="4293" b="1" dirty="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4293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203200" y="6238500"/>
            <a:ext cx="455200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000"/>
            </a:pPr>
            <a:endParaRPr sz="1333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98</Words>
  <Application>Microsoft Office PowerPoint</Application>
  <PresentationFormat>Widescreen</PresentationFormat>
  <Paragraphs>38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DM Sans</vt:lpstr>
      <vt:lpstr>DM Sans Medium</vt:lpstr>
      <vt:lpstr>DM Sans SemiBold</vt:lpstr>
      <vt:lpstr>Office Theme</vt:lpstr>
      <vt:lpstr>PowerPoint Presentation</vt:lpstr>
      <vt:lpstr>Popular SDLC Models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nehakamde06@outlook.com</dc:creator>
  <cp:lastModifiedBy>nehakamde06@outlook.com</cp:lastModifiedBy>
  <cp:revision>1</cp:revision>
  <dcterms:created xsi:type="dcterms:W3CDTF">2026-02-22T03:17:30Z</dcterms:created>
  <dcterms:modified xsi:type="dcterms:W3CDTF">2026-02-22T03:22:43Z</dcterms:modified>
</cp:coreProperties>
</file>