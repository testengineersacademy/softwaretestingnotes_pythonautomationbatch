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76" r:id="rId3"/>
    <p:sldId id="25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90" r:id="rId13"/>
    <p:sldId id="289" r:id="rId14"/>
    <p:sldId id="288" r:id="rId15"/>
    <p:sldId id="291" r:id="rId16"/>
    <p:sldId id="292" r:id="rId17"/>
    <p:sldId id="293" r:id="rId18"/>
    <p:sldId id="279" r:id="rId19"/>
  </p:sldIdLst>
  <p:sldSz cx="9144000" cy="5143500" type="screen16x9"/>
  <p:notesSz cx="6858000" cy="9144000"/>
  <p:embeddedFontLs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DM Sans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6C26E-9E3A-4982-89E2-0BEBFBDE2DF1}" v="16" dt="2026-03-22T08:00:32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delSld modSld sldOrd">
      <pc:chgData name="nehakamde06@outlook.com" userId="a3a4adbdec01cc1f" providerId="LiveId" clId="{13B4897D-0EA0-48BE-8D48-899A6FB373C0}" dt="2026-03-22T08:00:31.482" v="3225"/>
      <pc:docMkLst>
        <pc:docMk/>
      </pc:docMkLst>
      <pc:sldChg chg="modSp add mod">
        <pc:chgData name="nehakamde06@outlook.com" userId="a3a4adbdec01cc1f" providerId="LiveId" clId="{13B4897D-0EA0-48BE-8D48-899A6FB373C0}" dt="2026-03-21T00:57:14.059" v="170" actId="20577"/>
        <pc:sldMkLst>
          <pc:docMk/>
          <pc:sldMk cId="0" sldId="259"/>
        </pc:sldMkLst>
        <pc:spChg chg="mod">
          <ac:chgData name="nehakamde06@outlook.com" userId="a3a4adbdec01cc1f" providerId="LiveId" clId="{13B4897D-0EA0-48BE-8D48-899A6FB373C0}" dt="2026-03-21T00:40:23.176" v="63" actId="255"/>
          <ac:spMkLst>
            <pc:docMk/>
            <pc:sldMk cId="0" sldId="259"/>
            <ac:spMk id="80" creationId="{00000000-0000-0000-0000-000000000000}"/>
          </ac:spMkLst>
        </pc:spChg>
        <pc:spChg chg="mod">
          <ac:chgData name="nehakamde06@outlook.com" userId="a3a4adbdec01cc1f" providerId="LiveId" clId="{13B4897D-0EA0-48BE-8D48-899A6FB373C0}" dt="2026-03-21T00:57:14.059" v="170" actId="20577"/>
          <ac:spMkLst>
            <pc:docMk/>
            <pc:sldMk cId="0" sldId="259"/>
            <ac:spMk id="81" creationId="{00000000-0000-0000-0000-000000000000}"/>
          </ac:spMkLst>
        </pc:spChg>
      </pc:sldChg>
      <pc:sldChg chg="modSp mod">
        <pc:chgData name="nehakamde06@outlook.com" userId="a3a4adbdec01cc1f" providerId="LiveId" clId="{13B4897D-0EA0-48BE-8D48-899A6FB373C0}" dt="2026-03-21T00:34:01.645" v="26" actId="20577"/>
        <pc:sldMkLst>
          <pc:docMk/>
          <pc:sldMk cId="0" sldId="276"/>
        </pc:sldMkLst>
        <pc:spChg chg="mod">
          <ac:chgData name="nehakamde06@outlook.com" userId="a3a4adbdec01cc1f" providerId="LiveId" clId="{13B4897D-0EA0-48BE-8D48-899A6FB373C0}" dt="2026-03-21T00:34:01.645" v="26" actId="20577"/>
          <ac:spMkLst>
            <pc:docMk/>
            <pc:sldMk cId="0" sldId="276"/>
            <ac:spMk id="231" creationId="{00000000-0000-0000-0000-000000000000}"/>
          </ac:spMkLst>
        </pc:spChg>
      </pc:sldChg>
      <pc:sldChg chg="del">
        <pc:chgData name="nehakamde06@outlook.com" userId="a3a4adbdec01cc1f" providerId="LiveId" clId="{13B4897D-0EA0-48BE-8D48-899A6FB373C0}" dt="2026-03-21T00:34:19.151" v="27" actId="2696"/>
        <pc:sldMkLst>
          <pc:docMk/>
          <pc:sldMk cId="3647055201" sldId="278"/>
        </pc:sldMkLst>
      </pc:sldChg>
      <pc:sldChg chg="modSp add del mod">
        <pc:chgData name="nehakamde06@outlook.com" userId="a3a4adbdec01cc1f" providerId="LiveId" clId="{13B4897D-0EA0-48BE-8D48-899A6FB373C0}" dt="2026-03-21T00:57:40.477" v="172" actId="2696"/>
        <pc:sldMkLst>
          <pc:docMk/>
          <pc:sldMk cId="285188898" sldId="280"/>
        </pc:sldMkLst>
        <pc:spChg chg="mod">
          <ac:chgData name="nehakamde06@outlook.com" userId="a3a4adbdec01cc1f" providerId="LiveId" clId="{13B4897D-0EA0-48BE-8D48-899A6FB373C0}" dt="2026-03-21T00:40:51.315" v="73" actId="20577"/>
          <ac:spMkLst>
            <pc:docMk/>
            <pc:sldMk cId="285188898" sldId="280"/>
            <ac:spMk id="80" creationId="{DA37C46A-0E7B-FCE3-4DD9-175A87247C0E}"/>
          </ac:spMkLst>
        </pc:spChg>
        <pc:spChg chg="mod">
          <ac:chgData name="nehakamde06@outlook.com" userId="a3a4adbdec01cc1f" providerId="LiveId" clId="{13B4897D-0EA0-48BE-8D48-899A6FB373C0}" dt="2026-03-21T00:57:02.112" v="169" actId="20577"/>
          <ac:spMkLst>
            <pc:docMk/>
            <pc:sldMk cId="285188898" sldId="280"/>
            <ac:spMk id="81" creationId="{FA6DC63C-D268-B94E-BF15-D22904C72F12}"/>
          </ac:spMkLst>
        </pc:spChg>
      </pc:sldChg>
      <pc:sldChg chg="modSp add mod">
        <pc:chgData name="nehakamde06@outlook.com" userId="a3a4adbdec01cc1f" providerId="LiveId" clId="{13B4897D-0EA0-48BE-8D48-899A6FB373C0}" dt="2026-03-21T01:02:58.382" v="346" actId="20577"/>
        <pc:sldMkLst>
          <pc:docMk/>
          <pc:sldMk cId="2210130824" sldId="281"/>
        </pc:sldMkLst>
        <pc:spChg chg="mod">
          <ac:chgData name="nehakamde06@outlook.com" userId="a3a4adbdec01cc1f" providerId="LiveId" clId="{13B4897D-0EA0-48BE-8D48-899A6FB373C0}" dt="2026-03-21T00:57:50.124" v="181" actId="20577"/>
          <ac:spMkLst>
            <pc:docMk/>
            <pc:sldMk cId="2210130824" sldId="281"/>
            <ac:spMk id="80" creationId="{18CB485A-C5FE-0AD6-1636-34FFCCF754A0}"/>
          </ac:spMkLst>
        </pc:spChg>
        <pc:spChg chg="mod">
          <ac:chgData name="nehakamde06@outlook.com" userId="a3a4adbdec01cc1f" providerId="LiveId" clId="{13B4897D-0EA0-48BE-8D48-899A6FB373C0}" dt="2026-03-21T01:02:58.382" v="346" actId="20577"/>
          <ac:spMkLst>
            <pc:docMk/>
            <pc:sldMk cId="2210130824" sldId="281"/>
            <ac:spMk id="81" creationId="{D0BF34C2-A4EE-9171-3A32-DC8BB555422E}"/>
          </ac:spMkLst>
        </pc:spChg>
      </pc:sldChg>
      <pc:sldChg chg="del">
        <pc:chgData name="nehakamde06@outlook.com" userId="a3a4adbdec01cc1f" providerId="LiveId" clId="{13B4897D-0EA0-48BE-8D48-899A6FB373C0}" dt="2026-03-21T00:35:18.847" v="29" actId="2696"/>
        <pc:sldMkLst>
          <pc:docMk/>
          <pc:sldMk cId="3669270028" sldId="281"/>
        </pc:sldMkLst>
      </pc:sldChg>
      <pc:sldChg chg="del">
        <pc:chgData name="nehakamde06@outlook.com" userId="a3a4adbdec01cc1f" providerId="LiveId" clId="{13B4897D-0EA0-48BE-8D48-899A6FB373C0}" dt="2026-03-21T00:35:21.316" v="30" actId="2696"/>
        <pc:sldMkLst>
          <pc:docMk/>
          <pc:sldMk cId="2482919174" sldId="282"/>
        </pc:sldMkLst>
      </pc:sldChg>
      <pc:sldChg chg="modSp add mod">
        <pc:chgData name="nehakamde06@outlook.com" userId="a3a4adbdec01cc1f" providerId="LiveId" clId="{13B4897D-0EA0-48BE-8D48-899A6FB373C0}" dt="2026-03-21T01:06:31.250" v="567" actId="20577"/>
        <pc:sldMkLst>
          <pc:docMk/>
          <pc:sldMk cId="2955044254" sldId="282"/>
        </pc:sldMkLst>
        <pc:spChg chg="mod">
          <ac:chgData name="nehakamde06@outlook.com" userId="a3a4adbdec01cc1f" providerId="LiveId" clId="{13B4897D-0EA0-48BE-8D48-899A6FB373C0}" dt="2026-03-21T01:03:21.008" v="364" actId="20577"/>
          <ac:spMkLst>
            <pc:docMk/>
            <pc:sldMk cId="2955044254" sldId="282"/>
            <ac:spMk id="80" creationId="{265809E6-90A3-B815-9B04-7078C94F7A5D}"/>
          </ac:spMkLst>
        </pc:spChg>
        <pc:spChg chg="mod">
          <ac:chgData name="nehakamde06@outlook.com" userId="a3a4adbdec01cc1f" providerId="LiveId" clId="{13B4897D-0EA0-48BE-8D48-899A6FB373C0}" dt="2026-03-21T01:06:31.250" v="567" actId="20577"/>
          <ac:spMkLst>
            <pc:docMk/>
            <pc:sldMk cId="2955044254" sldId="282"/>
            <ac:spMk id="81" creationId="{05528F16-3A05-B874-B134-1F768BAC80D5}"/>
          </ac:spMkLst>
        </pc:spChg>
      </pc:sldChg>
      <pc:sldChg chg="modSp add mod">
        <pc:chgData name="nehakamde06@outlook.com" userId="a3a4adbdec01cc1f" providerId="LiveId" clId="{13B4897D-0EA0-48BE-8D48-899A6FB373C0}" dt="2026-03-22T08:00:31.482" v="3225"/>
        <pc:sldMkLst>
          <pc:docMk/>
          <pc:sldMk cId="551060973" sldId="283"/>
        </pc:sldMkLst>
        <pc:spChg chg="mod">
          <ac:chgData name="nehakamde06@outlook.com" userId="a3a4adbdec01cc1f" providerId="LiveId" clId="{13B4897D-0EA0-48BE-8D48-899A6FB373C0}" dt="2026-03-21T01:07:19.786" v="582" actId="20577"/>
          <ac:spMkLst>
            <pc:docMk/>
            <pc:sldMk cId="551060973" sldId="283"/>
            <ac:spMk id="80" creationId="{6A3B266D-80E9-A0CB-167C-E9A323B855DA}"/>
          </ac:spMkLst>
        </pc:spChg>
        <pc:spChg chg="mod">
          <ac:chgData name="nehakamde06@outlook.com" userId="a3a4adbdec01cc1f" providerId="LiveId" clId="{13B4897D-0EA0-48BE-8D48-899A6FB373C0}" dt="2026-03-22T08:00:31.482" v="3225"/>
          <ac:spMkLst>
            <pc:docMk/>
            <pc:sldMk cId="551060973" sldId="283"/>
            <ac:spMk id="81" creationId="{512F70E1-C747-E5D6-DE2D-771070DFFB9E}"/>
          </ac:spMkLst>
        </pc:spChg>
      </pc:sldChg>
      <pc:sldChg chg="modSp add mod">
        <pc:chgData name="nehakamde06@outlook.com" userId="a3a4adbdec01cc1f" providerId="LiveId" clId="{13B4897D-0EA0-48BE-8D48-899A6FB373C0}" dt="2026-03-21T01:26:48.367" v="1699" actId="207"/>
        <pc:sldMkLst>
          <pc:docMk/>
          <pc:sldMk cId="875939773" sldId="284"/>
        </pc:sldMkLst>
        <pc:spChg chg="mod">
          <ac:chgData name="nehakamde06@outlook.com" userId="a3a4adbdec01cc1f" providerId="LiveId" clId="{13B4897D-0EA0-48BE-8D48-899A6FB373C0}" dt="2026-03-21T01:14:44.536" v="870" actId="20577"/>
          <ac:spMkLst>
            <pc:docMk/>
            <pc:sldMk cId="875939773" sldId="284"/>
            <ac:spMk id="80" creationId="{3FE7F9E7-68A5-3473-6E60-4A56B52706FC}"/>
          </ac:spMkLst>
        </pc:spChg>
        <pc:spChg chg="mod">
          <ac:chgData name="nehakamde06@outlook.com" userId="a3a4adbdec01cc1f" providerId="LiveId" clId="{13B4897D-0EA0-48BE-8D48-899A6FB373C0}" dt="2026-03-21T01:26:48.367" v="1699" actId="207"/>
          <ac:spMkLst>
            <pc:docMk/>
            <pc:sldMk cId="875939773" sldId="284"/>
            <ac:spMk id="81" creationId="{361BAD5C-0C39-A000-B5A9-3A8CAE2F618F}"/>
          </ac:spMkLst>
        </pc:spChg>
      </pc:sldChg>
      <pc:sldChg chg="modSp add mod">
        <pc:chgData name="nehakamde06@outlook.com" userId="a3a4adbdec01cc1f" providerId="LiveId" clId="{13B4897D-0EA0-48BE-8D48-899A6FB373C0}" dt="2026-03-21T01:21:52.376" v="1379" actId="207"/>
        <pc:sldMkLst>
          <pc:docMk/>
          <pc:sldMk cId="2302053622" sldId="285"/>
        </pc:sldMkLst>
        <pc:spChg chg="mod">
          <ac:chgData name="nehakamde06@outlook.com" userId="a3a4adbdec01cc1f" providerId="LiveId" clId="{13B4897D-0EA0-48BE-8D48-899A6FB373C0}" dt="2026-03-21T01:19:06.423" v="1177" actId="6549"/>
          <ac:spMkLst>
            <pc:docMk/>
            <pc:sldMk cId="2302053622" sldId="285"/>
            <ac:spMk id="80" creationId="{7E54323E-5C43-248D-9460-EFB25BED6380}"/>
          </ac:spMkLst>
        </pc:spChg>
        <pc:spChg chg="mod">
          <ac:chgData name="nehakamde06@outlook.com" userId="a3a4adbdec01cc1f" providerId="LiveId" clId="{13B4897D-0EA0-48BE-8D48-899A6FB373C0}" dt="2026-03-21T01:21:52.376" v="1379" actId="207"/>
          <ac:spMkLst>
            <pc:docMk/>
            <pc:sldMk cId="2302053622" sldId="285"/>
            <ac:spMk id="81" creationId="{B2817847-49BF-F3B8-278D-0D44E9806DE1}"/>
          </ac:spMkLst>
        </pc:spChg>
      </pc:sldChg>
      <pc:sldChg chg="modSp add mod ord">
        <pc:chgData name="nehakamde06@outlook.com" userId="a3a4adbdec01cc1f" providerId="LiveId" clId="{13B4897D-0EA0-48BE-8D48-899A6FB373C0}" dt="2026-03-21T01:26:17.665" v="1689" actId="313"/>
        <pc:sldMkLst>
          <pc:docMk/>
          <pc:sldMk cId="4078133651" sldId="286"/>
        </pc:sldMkLst>
        <pc:spChg chg="mod">
          <ac:chgData name="nehakamde06@outlook.com" userId="a3a4adbdec01cc1f" providerId="LiveId" clId="{13B4897D-0EA0-48BE-8D48-899A6FB373C0}" dt="2026-03-21T01:22:46.973" v="1403" actId="20577"/>
          <ac:spMkLst>
            <pc:docMk/>
            <pc:sldMk cId="4078133651" sldId="286"/>
            <ac:spMk id="80" creationId="{DB27BECB-07BB-9EED-6513-067C217391E2}"/>
          </ac:spMkLst>
        </pc:spChg>
        <pc:spChg chg="mod">
          <ac:chgData name="nehakamde06@outlook.com" userId="a3a4adbdec01cc1f" providerId="LiveId" clId="{13B4897D-0EA0-48BE-8D48-899A6FB373C0}" dt="2026-03-21T01:26:17.665" v="1689" actId="313"/>
          <ac:spMkLst>
            <pc:docMk/>
            <pc:sldMk cId="4078133651" sldId="286"/>
            <ac:spMk id="81" creationId="{BCAE8743-A143-E64F-5826-36506D6FFBF8}"/>
          </ac:spMkLst>
        </pc:spChg>
      </pc:sldChg>
      <pc:sldChg chg="modSp add mod">
        <pc:chgData name="nehakamde06@outlook.com" userId="a3a4adbdec01cc1f" providerId="LiveId" clId="{13B4897D-0EA0-48BE-8D48-899A6FB373C0}" dt="2026-03-21T01:29:06.498" v="1891" actId="6549"/>
        <pc:sldMkLst>
          <pc:docMk/>
          <pc:sldMk cId="3617149386" sldId="287"/>
        </pc:sldMkLst>
        <pc:spChg chg="mod">
          <ac:chgData name="nehakamde06@outlook.com" userId="a3a4adbdec01cc1f" providerId="LiveId" clId="{13B4897D-0EA0-48BE-8D48-899A6FB373C0}" dt="2026-03-21T01:27:35.582" v="1724" actId="20577"/>
          <ac:spMkLst>
            <pc:docMk/>
            <pc:sldMk cId="3617149386" sldId="287"/>
            <ac:spMk id="80" creationId="{A60F0746-1315-2E02-5216-AFF5B22439ED}"/>
          </ac:spMkLst>
        </pc:spChg>
        <pc:spChg chg="mod">
          <ac:chgData name="nehakamde06@outlook.com" userId="a3a4adbdec01cc1f" providerId="LiveId" clId="{13B4897D-0EA0-48BE-8D48-899A6FB373C0}" dt="2026-03-21T01:29:06.498" v="1891" actId="6549"/>
          <ac:spMkLst>
            <pc:docMk/>
            <pc:sldMk cId="3617149386" sldId="287"/>
            <ac:spMk id="81" creationId="{968C7DB0-17FA-6CC6-92F6-50098EEB6E53}"/>
          </ac:spMkLst>
        </pc:spChg>
      </pc:sldChg>
      <pc:sldChg chg="modSp add mod ord">
        <pc:chgData name="nehakamde06@outlook.com" userId="a3a4adbdec01cc1f" providerId="LiveId" clId="{13B4897D-0EA0-48BE-8D48-899A6FB373C0}" dt="2026-03-21T01:43:24.624" v="2584" actId="20577"/>
        <pc:sldMkLst>
          <pc:docMk/>
          <pc:sldMk cId="2660335791" sldId="288"/>
        </pc:sldMkLst>
        <pc:spChg chg="mod">
          <ac:chgData name="nehakamde06@outlook.com" userId="a3a4adbdec01cc1f" providerId="LiveId" clId="{13B4897D-0EA0-48BE-8D48-899A6FB373C0}" dt="2026-03-21T01:37:07.140" v="2249" actId="20577"/>
          <ac:spMkLst>
            <pc:docMk/>
            <pc:sldMk cId="2660335791" sldId="288"/>
            <ac:spMk id="80" creationId="{2FADC495-E4EE-835E-35BB-1BFA21E85D4D}"/>
          </ac:spMkLst>
        </pc:spChg>
        <pc:spChg chg="mod">
          <ac:chgData name="nehakamde06@outlook.com" userId="a3a4adbdec01cc1f" providerId="LiveId" clId="{13B4897D-0EA0-48BE-8D48-899A6FB373C0}" dt="2026-03-21T01:43:24.624" v="2584" actId="20577"/>
          <ac:spMkLst>
            <pc:docMk/>
            <pc:sldMk cId="2660335791" sldId="288"/>
            <ac:spMk id="81" creationId="{37A3DCEE-29C5-95CE-EE14-EF64DA92E755}"/>
          </ac:spMkLst>
        </pc:spChg>
      </pc:sldChg>
      <pc:sldChg chg="addSp modSp add mod">
        <pc:chgData name="nehakamde06@outlook.com" userId="a3a4adbdec01cc1f" providerId="LiveId" clId="{13B4897D-0EA0-48BE-8D48-899A6FB373C0}" dt="2026-03-21T01:36:29.843" v="2234" actId="1076"/>
        <pc:sldMkLst>
          <pc:docMk/>
          <pc:sldMk cId="4198135392" sldId="289"/>
        </pc:sldMkLst>
        <pc:spChg chg="mod">
          <ac:chgData name="nehakamde06@outlook.com" userId="a3a4adbdec01cc1f" providerId="LiveId" clId="{13B4897D-0EA0-48BE-8D48-899A6FB373C0}" dt="2026-03-21T01:35:18.221" v="2229" actId="20577"/>
          <ac:spMkLst>
            <pc:docMk/>
            <pc:sldMk cId="4198135392" sldId="289"/>
            <ac:spMk id="80" creationId="{B90619E8-8506-3962-2FAE-03F6CF9E4A6B}"/>
          </ac:spMkLst>
        </pc:spChg>
        <pc:spChg chg="mod">
          <ac:chgData name="nehakamde06@outlook.com" userId="a3a4adbdec01cc1f" providerId="LiveId" clId="{13B4897D-0EA0-48BE-8D48-899A6FB373C0}" dt="2026-03-21T01:36:16.938" v="2230" actId="6549"/>
          <ac:spMkLst>
            <pc:docMk/>
            <pc:sldMk cId="4198135392" sldId="289"/>
            <ac:spMk id="81" creationId="{E0BE4A9F-04E3-AA02-B72D-194572D0069F}"/>
          </ac:spMkLst>
        </pc:spChg>
        <pc:picChg chg="add mod">
          <ac:chgData name="nehakamde06@outlook.com" userId="a3a4adbdec01cc1f" providerId="LiveId" clId="{13B4897D-0EA0-48BE-8D48-899A6FB373C0}" dt="2026-03-21T01:36:29.843" v="2234" actId="1076"/>
          <ac:picMkLst>
            <pc:docMk/>
            <pc:sldMk cId="4198135392" sldId="289"/>
            <ac:picMk id="3" creationId="{D1CB2F30-ADAD-6DF1-4238-E70CAAD262D5}"/>
          </ac:picMkLst>
        </pc:picChg>
      </pc:sldChg>
      <pc:sldChg chg="add">
        <pc:chgData name="nehakamde06@outlook.com" userId="a3a4adbdec01cc1f" providerId="LiveId" clId="{13B4897D-0EA0-48BE-8D48-899A6FB373C0}" dt="2026-03-21T01:36:53.684" v="2235" actId="2890"/>
        <pc:sldMkLst>
          <pc:docMk/>
          <pc:sldMk cId="2297451824" sldId="290"/>
        </pc:sldMkLst>
      </pc:sldChg>
      <pc:sldChg chg="modSp add mod">
        <pc:chgData name="nehakamde06@outlook.com" userId="a3a4adbdec01cc1f" providerId="LiveId" clId="{13B4897D-0EA0-48BE-8D48-899A6FB373C0}" dt="2026-03-21T01:46:14.672" v="2773" actId="20577"/>
        <pc:sldMkLst>
          <pc:docMk/>
          <pc:sldMk cId="598575260" sldId="291"/>
        </pc:sldMkLst>
        <pc:spChg chg="mod">
          <ac:chgData name="nehakamde06@outlook.com" userId="a3a4adbdec01cc1f" providerId="LiveId" clId="{13B4897D-0EA0-48BE-8D48-899A6FB373C0}" dt="2026-03-21T01:44:04.155" v="2609" actId="20577"/>
          <ac:spMkLst>
            <pc:docMk/>
            <pc:sldMk cId="598575260" sldId="291"/>
            <ac:spMk id="80" creationId="{FC33AB9E-26D6-9EED-5948-C0C6BDE2C2AA}"/>
          </ac:spMkLst>
        </pc:spChg>
        <pc:spChg chg="mod">
          <ac:chgData name="nehakamde06@outlook.com" userId="a3a4adbdec01cc1f" providerId="LiveId" clId="{13B4897D-0EA0-48BE-8D48-899A6FB373C0}" dt="2026-03-21T01:46:14.672" v="2773" actId="20577"/>
          <ac:spMkLst>
            <pc:docMk/>
            <pc:sldMk cId="598575260" sldId="291"/>
            <ac:spMk id="81" creationId="{5DB98685-7F78-773A-2F84-C4A0312EDACE}"/>
          </ac:spMkLst>
        </pc:spChg>
      </pc:sldChg>
      <pc:sldChg chg="modSp add mod">
        <pc:chgData name="nehakamde06@outlook.com" userId="a3a4adbdec01cc1f" providerId="LiveId" clId="{13B4897D-0EA0-48BE-8D48-899A6FB373C0}" dt="2026-03-21T01:48:41.462" v="3051" actId="12"/>
        <pc:sldMkLst>
          <pc:docMk/>
          <pc:sldMk cId="2594816334" sldId="292"/>
        </pc:sldMkLst>
        <pc:spChg chg="mod">
          <ac:chgData name="nehakamde06@outlook.com" userId="a3a4adbdec01cc1f" providerId="LiveId" clId="{13B4897D-0EA0-48BE-8D48-899A6FB373C0}" dt="2026-03-21T01:47:05.156" v="2797" actId="20577"/>
          <ac:spMkLst>
            <pc:docMk/>
            <pc:sldMk cId="2594816334" sldId="292"/>
            <ac:spMk id="80" creationId="{9E4A9CA6-C4FB-9A23-6199-AC353BFC55F6}"/>
          </ac:spMkLst>
        </pc:spChg>
        <pc:spChg chg="mod">
          <ac:chgData name="nehakamde06@outlook.com" userId="a3a4adbdec01cc1f" providerId="LiveId" clId="{13B4897D-0EA0-48BE-8D48-899A6FB373C0}" dt="2026-03-21T01:48:41.462" v="3051" actId="12"/>
          <ac:spMkLst>
            <pc:docMk/>
            <pc:sldMk cId="2594816334" sldId="292"/>
            <ac:spMk id="81" creationId="{9EE85985-812B-EF5B-8931-57F5793B367F}"/>
          </ac:spMkLst>
        </pc:spChg>
      </pc:sldChg>
      <pc:sldChg chg="modSp add mod">
        <pc:chgData name="nehakamde06@outlook.com" userId="a3a4adbdec01cc1f" providerId="LiveId" clId="{13B4897D-0EA0-48BE-8D48-899A6FB373C0}" dt="2026-03-21T01:52:05.342" v="3224" actId="20577"/>
        <pc:sldMkLst>
          <pc:docMk/>
          <pc:sldMk cId="3264632563" sldId="293"/>
        </pc:sldMkLst>
        <pc:spChg chg="mod">
          <ac:chgData name="nehakamde06@outlook.com" userId="a3a4adbdec01cc1f" providerId="LiveId" clId="{13B4897D-0EA0-48BE-8D48-899A6FB373C0}" dt="2026-03-21T01:50:37.282" v="3071" actId="20577"/>
          <ac:spMkLst>
            <pc:docMk/>
            <pc:sldMk cId="3264632563" sldId="293"/>
            <ac:spMk id="80" creationId="{4A3C0C4E-831F-9E5A-E70E-E63F08A61615}"/>
          </ac:spMkLst>
        </pc:spChg>
        <pc:spChg chg="mod">
          <ac:chgData name="nehakamde06@outlook.com" userId="a3a4adbdec01cc1f" providerId="LiveId" clId="{13B4897D-0EA0-48BE-8D48-899A6FB373C0}" dt="2026-03-21T01:52:05.342" v="3224" actId="20577"/>
          <ac:spMkLst>
            <pc:docMk/>
            <pc:sldMk cId="3264632563" sldId="293"/>
            <ac:spMk id="81" creationId="{65C7661F-00A1-2330-B5A2-5B02943E7468}"/>
          </ac:spMkLst>
        </pc:spChg>
      </pc:sldChg>
      <pc:sldMasterChg chg="delSldLayout">
        <pc:chgData name="nehakamde06@outlook.com" userId="a3a4adbdec01cc1f" providerId="LiveId" clId="{13B4897D-0EA0-48BE-8D48-899A6FB373C0}" dt="2026-03-21T00:35:21.316" v="30" actId="2696"/>
        <pc:sldMasterMkLst>
          <pc:docMk/>
          <pc:sldMasterMk cId="0" sldId="2147483660"/>
        </pc:sldMasterMkLst>
        <pc:sldLayoutChg chg="del">
          <pc:chgData name="nehakamde06@outlook.com" userId="a3a4adbdec01cc1f" providerId="LiveId" clId="{13B4897D-0EA0-48BE-8D48-899A6FB373C0}" dt="2026-03-21T00:35:21.316" v="30" actId="2696"/>
          <pc:sldLayoutMkLst>
            <pc:docMk/>
            <pc:sldMasterMk cId="0" sldId="2147483660"/>
            <pc:sldLayoutMk cId="0" sldId="214748364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96F812E0-EE38-400D-0E63-21A6F525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CAE126C5-9498-3310-2690-819359BE6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62652775-E48C-2EFD-9099-EE68A86CC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31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AB54AA9B-86B0-5D96-67CE-DC7FA0DA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17EA8ABE-47D6-0A3C-3143-2DD236074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291AA61C-90EF-07AC-345C-BBF4B7D28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082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1FF31-92EC-7D42-4AB9-F9B08B12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CC265AE7-791D-3874-5947-BF18A987B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5FE463D5-51F8-72DD-EEBA-4C1BE0BF0F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5700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BC41100-1BBC-C528-925F-5D89FBE0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AC9D7D1E-A014-1366-E900-22545B12E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6FF32984-4C57-40D9-6ED0-8D2B2292C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3723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6D7CCD9-2AEB-9019-6741-A9B1C275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3189A985-5281-8291-3E36-BD4542573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B6573203-D6D1-404E-B27E-345A7827D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6443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E40CAC1-C685-CD13-A450-8E0013E9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C4399875-7CEA-C79F-5CC5-5135A5BF1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280BDE4F-737D-00DC-2C25-8D3B6A84F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458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5B83AC9D-1332-0195-A34A-5D73E61E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3AFB81D8-94EA-441D-9B5F-5A42ADA60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96CDE7F7-E979-96F4-B0C4-B032F0780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9805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500A600-3800-7F8B-B5B5-63AC18AC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FD0055B2-36D7-75C4-2518-204F18B7B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2BA54DC4-0435-1FA9-35B2-21D1A1378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9096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B314367-C9F3-174F-32C5-7B95AE257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0D663CBD-958B-DA92-BF36-0C422DCAA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5670F196-1FB4-4CC8-E3C2-077E92AB1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272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9922FB2-5461-27B0-0599-C057915A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CAC6642E-73E3-F988-0C7E-EC8FF0A99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F65225E6-EDD5-5EED-46EE-B65A083CD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6102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662309AC-81CA-A3CB-A073-FF8E2FE0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4B237267-08A2-1810-3F5D-12DEEA57D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E5A045DA-1C2F-014A-FE34-74A9F81D2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2745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9A077F28-7C6A-1CF2-BAEF-39ABA0F2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1B2CCCAB-6C3A-20A8-1F9A-7245119C2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1A8D98DF-C23E-4A67-D2F2-24A2A3463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9333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C7BD0C47-CC5F-0F66-71B1-02E5CFF0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C6925DB8-3A01-BDE8-BDE5-83830F431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01BC0A1E-4DEE-E122-1D0C-C898EC159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346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4501EF62-B4DC-EFE1-6BC5-E061243B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f0fba77a_0_3:notes">
            <a:extLst>
              <a:ext uri="{FF2B5EF4-FFF2-40B4-BE49-F238E27FC236}">
                <a16:creationId xmlns:a16="http://schemas.microsoft.com/office/drawing/2014/main" id="{ABACBDFA-74BE-74E4-8C64-BF223249F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6" name="Google Shape;76;g3bcf0fba77a_0_3:notes">
            <a:extLst>
              <a:ext uri="{FF2B5EF4-FFF2-40B4-BE49-F238E27FC236}">
                <a16:creationId xmlns:a16="http://schemas.microsoft.com/office/drawing/2014/main" id="{4F9E271C-03CC-D45C-02D1-EEDAA4E8B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5848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CDBD35E1-EE77-3FBD-E250-6825D5D0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>
            <a:extLst>
              <a:ext uri="{FF2B5EF4-FFF2-40B4-BE49-F238E27FC236}">
                <a16:creationId xmlns:a16="http://schemas.microsoft.com/office/drawing/2014/main" id="{2B5E562E-5623-012C-A3AE-3625F7FD9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9" name="Google Shape;229;g32ec2be52b7_0_52:notes">
            <a:extLst>
              <a:ext uri="{FF2B5EF4-FFF2-40B4-BE49-F238E27FC236}">
                <a16:creationId xmlns:a16="http://schemas.microsoft.com/office/drawing/2014/main" id="{EE7CB62B-FDBE-47D5-FEFF-274F629E9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44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Git &amp; GitHub</a:t>
            </a:r>
            <a:endParaRPr sz="3200" b="1" dirty="0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Git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5775" y="913225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Git is a version control system (VCS)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Version Control System is a tools that helps to track changes in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ptos" panose="020B0004020202020204" pitchFamily="34" charset="0"/>
              </a:rPr>
              <a:t>Git is a Version Control System. It is 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popular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free &amp; Open Source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fast &amp; scalable</a:t>
            </a:r>
            <a:endParaRPr lang="en-IN" sz="1800" b="1" dirty="0">
              <a:latin typeface="Aptos" panose="020B00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Tracks every change (who changed what &amp; when)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Allows multiple developers to work on the same project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Supports branching (work on features without affecting main code)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Works locally on your system (no internet required)</a:t>
            </a: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4A8F56E-46EA-CDA1-562E-02718545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E3886DD7-3A54-D1D4-0F3C-72DC5F9469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052E8547-CF6E-800D-1419-470569449408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DA37C46A-0E7B-FCE3-4DD9-175A87247C0E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GitHub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FA6DC63C-D268-B94E-BF15-D22904C72F12}"/>
              </a:ext>
            </a:extLst>
          </p:cNvPr>
          <p:cNvSpPr txBox="1"/>
          <p:nvPr/>
        </p:nvSpPr>
        <p:spPr>
          <a:xfrm>
            <a:off x="149229" y="892815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GitHub is a cloud-based platform that uses Git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It is a website where you store your Git projects online and collaborate with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It allows developers to store and manage their code using Git</a:t>
            </a: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5323A874-0617-ED34-4446-D4CB9F8DE5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8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450403E4-CF88-5631-0B6F-2C531C2A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F3D75CB1-C236-DFE1-54B6-AACB89D909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0227ECD0-62A1-0EE5-3DE5-B1DD4FD13F00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18CB485A-C5FE-0AD6-1636-34FFCCF754A0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GitHub Account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D0BF34C2-A4EE-9171-3A32-DC8BB555422E}"/>
              </a:ext>
            </a:extLst>
          </p:cNvPr>
          <p:cNvSpPr txBox="1"/>
          <p:nvPr/>
        </p:nvSpPr>
        <p:spPr>
          <a:xfrm>
            <a:off x="149229" y="892815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Create Account in GitHub and Login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URL : </a:t>
            </a:r>
            <a:r>
              <a:rPr lang="en-IN" sz="1800" dirty="0">
                <a:latin typeface="Aptos" panose="020B0004020202020204" pitchFamily="34" charset="0"/>
                <a:hlinkClick r:id="rId4"/>
              </a:rPr>
              <a:t>https://github.com/</a:t>
            </a: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Create a new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Make your first commit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It stores the commit in the form of history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8B94577D-2596-D1E5-14A1-BAF4EDF827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013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DF59B309-3CB9-0B97-F2E4-0040A0F1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D28804F1-E8AF-0D10-19CE-02FDCAD695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E7B655D4-F58D-333E-6F8C-2794ECD02F50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265809E6-90A3-B815-9B04-7078C94F7A5D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Git Setup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05528F16-3A05-B874-B134-1F768BAC80D5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Visual Studio Code Setup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Windows (Git bash)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Mac (terminal)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git --version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7E048CD3-4066-9582-5F00-F8EE585A85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504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3458B77E-B2C9-15C7-CEE4-4E2ED452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EE46ED13-63E1-ACFC-5C89-DE6E281AB6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80327295-6445-6BFD-BDBA-8972A0C36BAE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6A3B266D-80E9-A0CB-167C-E9A323B855DA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Git Configure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512F70E1-C747-E5D6-DE2D-771070DFFB9E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git config --global user.name “My Name”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git config --global </a:t>
            </a:r>
            <a:r>
              <a:rPr lang="en-IN" sz="1800" dirty="0" err="1">
                <a:latin typeface="Aptos" panose="020B0004020202020204" pitchFamily="34" charset="0"/>
              </a:rPr>
              <a:t>user.email</a:t>
            </a:r>
            <a:r>
              <a:rPr lang="en-IN" sz="1800" dirty="0">
                <a:latin typeface="Aptos" panose="020B0004020202020204" pitchFamily="34" charset="0"/>
              </a:rPr>
              <a:t> “myemail@gmail.com”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ptos" panose="020B0004020202020204" pitchFamily="34" charset="0"/>
              </a:rPr>
              <a:t>git config --list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E8E62D51-8162-FE05-216F-953F750FEA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106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F48BBB62-231D-734B-73F8-DC2B543B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190CF3A3-6AE6-BCC9-5A8D-2C1AE8A4A5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71A9C2B1-292E-7A8E-EFD0-58DD6E0164A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3FE7F9E7-68A5-3473-6E60-4A56B52706FC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Clone &amp; Status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361BAD5C-0C39-A000-B5A9-3A8CAE2F618F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clone</a:t>
            </a:r>
            <a:r>
              <a:rPr lang="en-IN" sz="1800" dirty="0">
                <a:latin typeface="Aptos" panose="020B0004020202020204" pitchFamily="34" charset="0"/>
              </a:rPr>
              <a:t> : Cloning a repository on our local machine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	git clone &lt;some-link&gt;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status</a:t>
            </a:r>
            <a:r>
              <a:rPr lang="en-IN" sz="1800" dirty="0">
                <a:latin typeface="Aptos" panose="020B0004020202020204" pitchFamily="34" charset="0"/>
              </a:rPr>
              <a:t>: display the state of code</a:t>
            </a:r>
          </a:p>
          <a:p>
            <a:pPr lvl="1"/>
            <a:r>
              <a:rPr lang="en-IN" sz="1800" b="1" dirty="0">
                <a:latin typeface="Aptos" panose="020B0004020202020204" pitchFamily="34" charset="0"/>
              </a:rPr>
              <a:t>	git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B1E771E0-522E-DFBD-D72C-86FCF0D129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5939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C527B24F-4FD6-F01E-5E8A-ADCE244B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B833B5C5-1217-B43F-C1B0-1A0CEA5AD7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08D10DF6-45BA-B613-783A-42DEBDB7799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7E54323E-5C43-248D-9460-EFB25BED6380}"/>
              </a:ext>
            </a:extLst>
          </p:cNvPr>
          <p:cNvSpPr txBox="1"/>
          <p:nvPr/>
        </p:nvSpPr>
        <p:spPr>
          <a:xfrm>
            <a:off x="228600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B2817847-49BF-F3B8-278D-0D44E9806DE1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untracked</a:t>
            </a:r>
            <a:r>
              <a:rPr lang="en-IN" sz="1800" dirty="0">
                <a:latin typeface="Aptos" panose="020B0004020202020204" pitchFamily="34" charset="0"/>
              </a:rPr>
              <a:t> : new file that git doesn’t yet 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modified</a:t>
            </a:r>
            <a:r>
              <a:rPr lang="en-IN" sz="1800" dirty="0">
                <a:latin typeface="Aptos" panose="020B0004020202020204" pitchFamily="34" charset="0"/>
              </a:rPr>
              <a:t> :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staged</a:t>
            </a:r>
            <a:r>
              <a:rPr lang="en-IN" sz="1800" dirty="0">
                <a:latin typeface="Aptos" panose="020B0004020202020204" pitchFamily="34" charset="0"/>
              </a:rPr>
              <a:t> : file is ready to be committed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unmodified</a:t>
            </a:r>
            <a:r>
              <a:rPr lang="en-IN" sz="1800" dirty="0">
                <a:latin typeface="Aptos" panose="020B0004020202020204" pitchFamily="34" charset="0"/>
              </a:rPr>
              <a:t> : unchanged</a:t>
            </a:r>
          </a:p>
          <a:p>
            <a:pPr lvl="1"/>
            <a:r>
              <a:rPr lang="en-IN" sz="1800" b="1" dirty="0">
                <a:latin typeface="Aptos" panose="020B0004020202020204" pitchFamily="34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DC4DD90B-1F13-CAFC-8CFD-D71FFA923D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053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E280820-9517-7499-F5BF-AE956F10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BAD40CF1-574D-29DA-E4AA-A74E1C34DF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0F7CEF03-CAA7-4EBD-3F59-9CF642ED9B6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DB27BECB-07BB-9EED-6513-067C217391E2}"/>
              </a:ext>
            </a:extLst>
          </p:cNvPr>
          <p:cNvSpPr txBox="1"/>
          <p:nvPr/>
        </p:nvSpPr>
        <p:spPr>
          <a:xfrm>
            <a:off x="232682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Add &amp; Commit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BCAE8743-A143-E64F-5826-36506D6FFBF8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add</a:t>
            </a:r>
            <a:r>
              <a:rPr lang="en-IN" sz="1800" dirty="0">
                <a:latin typeface="Aptos" panose="020B0004020202020204" pitchFamily="34" charset="0"/>
              </a:rPr>
              <a:t> : add new or changed files in your working directory to the git staging area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	git add&lt;-filename-&gt;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commit</a:t>
            </a:r>
            <a:r>
              <a:rPr lang="en-IN" sz="1800" dirty="0">
                <a:latin typeface="Aptos" panose="020B0004020202020204" pitchFamily="34" charset="0"/>
              </a:rPr>
              <a:t>: it is record the change</a:t>
            </a:r>
          </a:p>
          <a:p>
            <a:pPr lvl="1"/>
            <a:r>
              <a:rPr lang="en-IN" sz="1800" b="1" dirty="0">
                <a:latin typeface="Aptos" panose="020B0004020202020204" pitchFamily="34" charset="0"/>
              </a:rPr>
              <a:t>	git commit -m “some message”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487E197C-A72D-2CF2-D3C3-CD935FF2C4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813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997234C-F34E-E30D-0BCC-09AACF22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D8ABA071-A07D-8292-74EB-F300FB9CDE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82A20E7F-1F6E-47B7-FA8D-287511A3B792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A60F0746-1315-2E02-5216-AFF5B22439ED}"/>
              </a:ext>
            </a:extLst>
          </p:cNvPr>
          <p:cNvSpPr txBox="1"/>
          <p:nvPr/>
        </p:nvSpPr>
        <p:spPr>
          <a:xfrm>
            <a:off x="232682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Push Command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968C7DB0-17FA-6CC6-92F6-50098EEB6E53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push </a:t>
            </a:r>
            <a:r>
              <a:rPr lang="en-IN" sz="1800" dirty="0">
                <a:latin typeface="Aptos" panose="020B0004020202020204" pitchFamily="34" charset="0"/>
              </a:rPr>
              <a:t>: upload local repo content to remote repo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	git push origin main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F69DFD1A-91CE-CBB2-1019-66E4683460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14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604D7B6D-C75A-179E-23EE-721E6DE1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8BF95125-EFD1-871D-37D3-3B33E89623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9554BCC6-E459-CCD5-4AD2-F62CA25E2E26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F7C94519-9D78-F22B-3534-6C849201D809}"/>
              </a:ext>
            </a:extLst>
          </p:cNvPr>
          <p:cNvSpPr txBox="1"/>
          <p:nvPr/>
        </p:nvSpPr>
        <p:spPr>
          <a:xfrm>
            <a:off x="232682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Init Command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F3A25032-1212-6137-3AA7-341B58E4B561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B050"/>
                </a:solidFill>
                <a:latin typeface="Aptos" panose="020B0004020202020204" pitchFamily="34" charset="0"/>
              </a:rPr>
              <a:t>init  </a:t>
            </a:r>
            <a:r>
              <a:rPr lang="en-IN" sz="1800" dirty="0">
                <a:latin typeface="Aptos" panose="020B0004020202020204" pitchFamily="34" charset="0"/>
              </a:rPr>
              <a:t>: used to create a new git repo</a:t>
            </a:r>
          </a:p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git init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 remote add origin &lt;- link-&gt;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remote –v ( to verify remote)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branch (to check branch)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branch –M main (to rename branch)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push origin main </a:t>
            </a: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A8CCACB6-B00D-668A-521D-F7F5AF473F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7451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FBE0E2EF-6E8C-D300-FA17-9EC34326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6A4B0AD8-9EC9-0F30-46F0-86B587D485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31EC3543-2E00-7DE0-5A06-C519AF61C60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B90619E8-8506-3962-2FAE-03F6CF9E4A6B}"/>
              </a:ext>
            </a:extLst>
          </p:cNvPr>
          <p:cNvSpPr txBox="1"/>
          <p:nvPr/>
        </p:nvSpPr>
        <p:spPr>
          <a:xfrm>
            <a:off x="232682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Git Branches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E0BE4A9F-04E3-AA02-B72D-194572D0069F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0EDD1EE0-3F47-85D0-8031-658DE1200E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B2F30-ADAD-6DF1-4238-E70CAAD26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31" y="1006357"/>
            <a:ext cx="6471029" cy="299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3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D0764A77-F764-073F-12E5-DDF40824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EBC3D523-3014-6E00-F404-35391201A5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B8B35946-3234-D22E-8090-00178A106117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2FADC495-E4EE-835E-35BB-1BFA21E85D4D}"/>
              </a:ext>
            </a:extLst>
          </p:cNvPr>
          <p:cNvSpPr txBox="1"/>
          <p:nvPr/>
        </p:nvSpPr>
        <p:spPr>
          <a:xfrm>
            <a:off x="232682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Branch Command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37A3DCEE-29C5-95CE-EE14-EF64DA92E755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git branch ( to check branch)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branch –M main ( to rename branch 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checkout &lt;-branch name-&gt;  ( to navigate 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checkout –b &lt;-branch name-&gt; ( to create new branch 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branch –d &lt;-branch name-&gt; ( to delete branch)</a:t>
            </a: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AC892D62-769D-E3A4-239E-73400D7F6C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0335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991D2A2-C5EA-79A4-4BCE-35EBF430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6BE350B9-28E0-21F8-30D8-3F43B27AC4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428721BE-2547-574E-5AE6-41DD3E7E778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FC33AB9E-26D6-9EED-5948-C0C6BDE2C2AA}"/>
              </a:ext>
            </a:extLst>
          </p:cNvPr>
          <p:cNvSpPr txBox="1"/>
          <p:nvPr/>
        </p:nvSpPr>
        <p:spPr>
          <a:xfrm>
            <a:off x="232682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Merge Code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5DB98685-7F78-773A-2F84-C4A0312EDACE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git diff &lt;-branch name-&gt; (to compare commits, branches, files &amp; more )</a:t>
            </a:r>
          </a:p>
          <a:p>
            <a:r>
              <a:rPr lang="en-IN" sz="1800" b="1" dirty="0">
                <a:latin typeface="Aptos" panose="020B0004020202020204" pitchFamily="34" charset="0"/>
              </a:rPr>
              <a:t>git merge &lt;- branch name-&gt; ( to merge 2 branches)</a:t>
            </a: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63BF5728-B99D-4CEF-43EE-A3CFFBCB5C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8575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C473322A-0489-FCE0-F23A-25DAB64F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88AE976E-AA40-2AC8-4507-4CB4AAF253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5B7725A5-9D12-9FEE-00E2-AFDD0140B272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9E4A9CA6-C4FB-9A23-6199-AC353BFC55F6}"/>
              </a:ext>
            </a:extLst>
          </p:cNvPr>
          <p:cNvSpPr txBox="1"/>
          <p:nvPr/>
        </p:nvSpPr>
        <p:spPr>
          <a:xfrm>
            <a:off x="244928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Pull Command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9EE85985-812B-EF5B-8931-57F5793B367F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800" dirty="0">
              <a:latin typeface="Aptos" panose="020B0004020202020204" pitchFamily="34" charset="0"/>
            </a:endParaRPr>
          </a:p>
          <a:p>
            <a:r>
              <a:rPr lang="en-IN" sz="1800" b="1" dirty="0">
                <a:latin typeface="Aptos" panose="020B0004020202020204" pitchFamily="34" charset="0"/>
              </a:rPr>
              <a:t>git pull origin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Aptos" panose="020B0004020202020204" pitchFamily="34" charset="0"/>
              </a:rPr>
              <a:t>used  to fetch and download content from remote repo and immediately update the local repo to match the content.</a:t>
            </a: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3F22E3E7-D3E1-593B-7A3A-FC2B292386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816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F56A3303-08E5-F378-BB69-C3D8E6E5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>
            <a:extLst>
              <a:ext uri="{FF2B5EF4-FFF2-40B4-BE49-F238E27FC236}">
                <a16:creationId xmlns:a16="http://schemas.microsoft.com/office/drawing/2014/main" id="{EC7FAF0F-F516-F347-F2DA-F4CA331654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0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594ADF15-C762-0E01-CEA1-8F786F546A07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B050"/>
                </a:solidFill>
              </a:rPr>
              <a:t>https://www.guvi.in/</a:t>
            </a:r>
            <a:endParaRPr sz="1000" b="1">
              <a:solidFill>
                <a:srgbClr val="00B050"/>
              </a:solidFill>
            </a:endParaRPr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4A3C0C4E-831F-9E5A-E70E-E63F08A61615}"/>
              </a:ext>
            </a:extLst>
          </p:cNvPr>
          <p:cNvSpPr txBox="1"/>
          <p:nvPr/>
        </p:nvSpPr>
        <p:spPr>
          <a:xfrm>
            <a:off x="244928" y="228600"/>
            <a:ext cx="85206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99F4E"/>
                </a:solidFill>
                <a:latin typeface="Aptos" panose="020B0004020202020204" pitchFamily="34" charset="0"/>
                <a:ea typeface="DM Sans"/>
                <a:cs typeface="DM Sans"/>
                <a:sym typeface="DM Sans"/>
              </a:rPr>
              <a:t>Fork</a:t>
            </a:r>
            <a:endParaRPr sz="2800" b="1" dirty="0">
              <a:solidFill>
                <a:srgbClr val="099F4E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65C7661F-00A1-2330-B5A2-5B02943E7468}"/>
              </a:ext>
            </a:extLst>
          </p:cNvPr>
          <p:cNvSpPr txBox="1"/>
          <p:nvPr/>
        </p:nvSpPr>
        <p:spPr>
          <a:xfrm>
            <a:off x="116572" y="909143"/>
            <a:ext cx="8196600" cy="3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Aptos" panose="020B0004020202020204" pitchFamily="34" charset="0"/>
              </a:rPr>
              <a:t>A fork is a new repository that share code and visibility settings with the original “upstream”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Aptos" panose="020B0004020202020204" pitchFamily="34" charset="0"/>
              </a:rPr>
              <a:t>Fork is a rough copy</a:t>
            </a: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b="1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Aptos" panose="020B0004020202020204" pitchFamily="34" charset="0"/>
            </a:endParaRPr>
          </a:p>
          <a:p>
            <a:endParaRPr lang="en-IN" sz="1800" dirty="0">
              <a:latin typeface="Aptos" panose="020B0004020202020204" pitchFamily="34" charset="0"/>
            </a:endParaRPr>
          </a:p>
          <a:p>
            <a:endParaRPr sz="1800" b="1" dirty="0">
              <a:latin typeface="Aptos" panose="020B0004020202020204" pitchFamily="34" charset="0"/>
              <a:sym typeface="DM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3400"/>
              </a:spcBef>
              <a:spcAft>
                <a:spcPts val="3400"/>
              </a:spcAft>
              <a:buNone/>
            </a:pPr>
            <a:endParaRPr sz="1800" dirty="0">
              <a:solidFill>
                <a:srgbClr val="434343"/>
              </a:solidFill>
              <a:latin typeface="Aptos" panose="020B0004020202020204" pitchFamily="34" charset="0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>
            <a:extLst>
              <a:ext uri="{FF2B5EF4-FFF2-40B4-BE49-F238E27FC236}">
                <a16:creationId xmlns:a16="http://schemas.microsoft.com/office/drawing/2014/main" id="{6B820C16-D7D6-C067-DAB3-096818494C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3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3D9327AA-B255-340C-8ADA-91AB8AF42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>
            <a:extLst>
              <a:ext uri="{FF2B5EF4-FFF2-40B4-BE49-F238E27FC236}">
                <a16:creationId xmlns:a16="http://schemas.microsoft.com/office/drawing/2014/main" id="{4D70862C-5F2B-99F4-38E1-2BA8C54A4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75340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651</Words>
  <Application>Microsoft Office PowerPoint</Application>
  <PresentationFormat>On-screen Show (16:9)</PresentationFormat>
  <Paragraphs>215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DM Sans</vt:lpstr>
      <vt:lpstr>DM Sans SemiBold</vt:lpstr>
      <vt:lpstr>Aptos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6</cp:revision>
  <dcterms:modified xsi:type="dcterms:W3CDTF">2026-03-22T08:00:42Z</dcterms:modified>
</cp:coreProperties>
</file>