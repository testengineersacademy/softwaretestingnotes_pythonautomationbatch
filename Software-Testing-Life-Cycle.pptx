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76" r:id="rId12"/>
  </p:sldIdLst>
  <p:sldSz cx="9144000" cy="5143500" type="screen16x9"/>
  <p:notesSz cx="6858000" cy="9144000"/>
  <p:embeddedFontLst>
    <p:embeddedFont>
      <p:font typeface="DM Sans" pitchFamily="2" charset="0"/>
      <p:regular r:id="rId14"/>
      <p:bold r:id="rId15"/>
      <p:italic r:id="rId16"/>
      <p:boldItalic r:id="rId17"/>
    </p:embeddedFont>
    <p:embeddedFont>
      <p:font typeface="DM Sans Medium" pitchFamily="2" charset="0"/>
      <p:regular r:id="rId18"/>
      <p:bold r:id="rId19"/>
      <p:italic r:id="rId20"/>
      <p:boldItalic r:id="rId21"/>
    </p:embeddedFont>
    <p:embeddedFont>
      <p:font typeface="DM Sans SemiBold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78" y="6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2ec2be52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2ec2be52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to convert these points into icons with text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4C5E1D0-156B-7282-D290-03A825827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A0B09A33-B192-05BF-3785-1AF39B6CBB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25986158-4691-ED5B-AA47-1A9F5EFEC6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1073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0741632-7EF0-45FD-5271-F8F6A07D8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6D1C7813-F87B-C5DB-A092-F18BC3C77F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826B6C2A-D60F-31B4-421F-CE007F5355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6403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7A2F05D-DE60-CFA6-981B-53D01FDFC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169748C3-87C7-412B-D6F9-64E77FD04D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3D8602E8-35D8-4956-C74E-D98447CC59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0634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F152786-7E2A-F401-3429-C8C8DA5E9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A34ADC80-198B-E0C9-1751-7130079D66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A7B4C874-A69F-1CA0-9EAF-A00ABC396D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3116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E1EFFA0-5404-76FE-2AAC-36D60C3C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F8757EE2-CA06-9001-A521-E00497EBA3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F87BE372-70E2-0599-2E4A-A9113B6D19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2559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4CC9E34C-BC4D-E7F4-969E-29C0D5CD8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EE3622DF-35FB-BCFD-8E97-82EA5D768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DD1A2429-E522-9E86-9B73-7A00B2C3D1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8217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D936C3C1-F5B6-FDEB-4ABE-58266263F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57707BDB-FA98-D61A-8A13-B251A6B249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061D4897-F38A-5A40-1140-B67BA09996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3027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E16B0918-5AD1-1D27-63E6-356E9B7F4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CCEE7F5B-8E3E-F5A6-EBAD-1FF6484442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34B1FBB1-384C-85EF-A2EC-135FA3DB79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21923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ec2be52b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2ec2be52b7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121025" y="2806975"/>
            <a:ext cx="7255500" cy="808200"/>
          </a:xfrm>
          <a:prstGeom prst="roundRect">
            <a:avLst>
              <a:gd name="adj" fmla="val 12220"/>
            </a:avLst>
          </a:prstGeom>
          <a:solidFill>
            <a:srgbClr val="FFFFFF"/>
          </a:solidFill>
          <a:ln w="19050" cap="flat" cmpd="sng">
            <a:solidFill>
              <a:srgbClr val="0DBA4B"/>
            </a:solidFill>
            <a:prstDash val="solid"/>
            <a:round/>
            <a:headEnd type="none" w="sm" len="sm"/>
            <a:tailEnd type="none" w="sm" len="sm"/>
          </a:ln>
          <a:effectLst>
            <a:outerShdw blurRad="820293" dist="164059" dir="5400000" algn="bl" rotWithShape="0">
              <a:srgbClr val="222F3E">
                <a:alpha val="98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DM Sans SemiBold"/>
                <a:ea typeface="DM Sans SemiBold"/>
                <a:cs typeface="DM Sans SemiBold"/>
                <a:sym typeface="DM Sans SemiBold"/>
              </a:rPr>
              <a:t>GUVI Geek Network Pvt Ltd</a:t>
            </a:r>
            <a:endParaRPr sz="360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id="56" name="Google Shape;56;p14" descr="https://lh7-rt.googleusercontent.com/slidesz/AGV_vUcB9ty8zDAg8JWuKaIXd71ovW0lePsaN9RxgJN_cxYbNdGsU0nRg12mBAldchuvwYUWpg5-mZAdF8Xhh58e2hvXIe3WzaLe8a8yHrXeSNpmmq8CbRUEiIkJH0N7RDMU9UsKIk2sPDc9rlJkcN_0Z2UvjyPiUy30=s2048?key=wixq1D6uPe_5c_6uJJu5l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0799" y="1008750"/>
            <a:ext cx="6491149" cy="134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1087900" y="1948888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20" b="1" dirty="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Software Testing Life Cycle</a:t>
            </a: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4F9597B-D12B-FFB1-3DF2-B54DFD5E2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FD779E97-C98B-5858-D712-C709D044054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7C491CBC-5F2E-18C3-E493-CB14C84D1114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2DEA19FB-3E91-55D8-6E6E-AA55A4513877}"/>
              </a:ext>
            </a:extLst>
          </p:cNvPr>
          <p:cNvSpPr txBox="1"/>
          <p:nvPr/>
        </p:nvSpPr>
        <p:spPr>
          <a:xfrm>
            <a:off x="1087900" y="1948888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C6C04867-2BA5-C417-A254-B424FF5248CB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1F9488-5F04-A89C-15AC-B44946C9D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32" y="496905"/>
            <a:ext cx="8210491" cy="408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144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FB039C2-243E-1CA4-6AA3-206E8CBE6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B785E291-5732-A29B-D230-433DDCD7F11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9ACDF22A-FDFD-6153-8FE1-35B85F6C3664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C466AB21-E68F-51D9-B9C8-C197989D80A6}"/>
              </a:ext>
            </a:extLst>
          </p:cNvPr>
          <p:cNvSpPr txBox="1"/>
          <p:nvPr/>
        </p:nvSpPr>
        <p:spPr>
          <a:xfrm>
            <a:off x="493799" y="796017"/>
            <a:ext cx="8331793" cy="3351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Requirement Analysis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Test Planning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Test Case Development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Test Environment Setup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Test Execution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Test Closure</a:t>
            </a:r>
            <a:endParaRPr sz="1600" b="1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B1E7C314-7C0B-9597-0F5F-2B272E6FDF5B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B344D9-2CDF-4422-1E72-56621364CC28}"/>
              </a:ext>
            </a:extLst>
          </p:cNvPr>
          <p:cNvSpPr txBox="1"/>
          <p:nvPr/>
        </p:nvSpPr>
        <p:spPr>
          <a:xfrm>
            <a:off x="604157" y="334736"/>
            <a:ext cx="4249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Phases of STLC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271748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468FB49-8E79-179A-1225-F939C99DE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F9298822-1762-9F69-7C1F-BAD082B1A5D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849F30B4-24B9-F431-2A92-83949AAE3663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F6A9CFE2-4956-C5E8-3BD3-06BE6506B48F}"/>
              </a:ext>
            </a:extLst>
          </p:cNvPr>
          <p:cNvSpPr txBox="1"/>
          <p:nvPr/>
        </p:nvSpPr>
        <p:spPr>
          <a:xfrm>
            <a:off x="493799" y="796017"/>
            <a:ext cx="8331793" cy="3351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US" b="1" dirty="0"/>
              <a:t>1. Requirement Analysis</a:t>
            </a:r>
          </a:p>
          <a:p>
            <a:pPr fontAlgn="base"/>
            <a:r>
              <a:rPr lang="en-US" dirty="0"/>
              <a:t>Requirement Analysis  is the first phase where the QA/testing team understands what needs to be tested. 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The activities that take place during the Requirement Analysis stage include:</a:t>
            </a:r>
          </a:p>
          <a:p>
            <a:pPr fontAlgn="base"/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Reviewing the software requirements document (SRD) and other related documents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Interviewing stakeholders to gather additional information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Identifying any ambiguities or inconsistencies in the requirements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Identifying any missing or incomplete requirements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Identifying any potential risks or issues that may impact the testing process</a:t>
            </a: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C4718C3B-F8B1-47FF-D4AA-3D5ACE9459EC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186365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A38237C-0012-9939-DCD5-D40485901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F785BFAB-2EF4-86AB-B94D-D7FB7C677F8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0536B048-1091-D56A-9DE3-A4317D8D24C5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7007EB0F-F1A3-0311-396E-87B3A0FFDBD3}"/>
              </a:ext>
            </a:extLst>
          </p:cNvPr>
          <p:cNvSpPr txBox="1"/>
          <p:nvPr/>
        </p:nvSpPr>
        <p:spPr>
          <a:xfrm>
            <a:off x="406103" y="389849"/>
            <a:ext cx="8331793" cy="3351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US" b="1" dirty="0"/>
              <a:t>2. Test Planning</a:t>
            </a:r>
          </a:p>
          <a:p>
            <a:pPr fontAlgn="base"/>
            <a:endParaRPr lang="en-US" b="1" dirty="0"/>
          </a:p>
          <a:p>
            <a:pPr fontAlgn="base"/>
            <a:r>
              <a:rPr lang="en-US" dirty="0"/>
              <a:t>Test Planning is the most crucial phase where the overall test strategy and plan are created. 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The major activities carried out during the Test Planning phase include:</a:t>
            </a:r>
          </a:p>
          <a:p>
            <a:pPr fontAlgn="base"/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Identifying the testing objectives and scope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Developing a test strategy: selecting the testing methods and techniques that will be used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Identifying the testing environment and resources needed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Identifying the test cases that will be executed and the test data that will be used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Estimating the time and cost required for testing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Identifying the test deliverables and milestones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Assigning roles and responsibilities to the testing team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Reviewing and approving the test plan</a:t>
            </a: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A02C7CFA-1844-69DB-A643-62F0CA0E37D3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579441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C346565-B275-1B8B-5FC7-45A47AD1D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B2C6ACC5-5B70-7359-0565-614991CB122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E0AF08B5-AF06-73C6-DD55-BFE1CF806351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04037448-1478-A600-9580-DE35D64375EA}"/>
              </a:ext>
            </a:extLst>
          </p:cNvPr>
          <p:cNvSpPr txBox="1"/>
          <p:nvPr/>
        </p:nvSpPr>
        <p:spPr>
          <a:xfrm>
            <a:off x="406103" y="389849"/>
            <a:ext cx="8331793" cy="3351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US" b="1" dirty="0"/>
              <a:t>3. Test Case Development</a:t>
            </a:r>
          </a:p>
          <a:p>
            <a:pPr fontAlgn="base"/>
            <a:endParaRPr lang="en-US" b="1" dirty="0"/>
          </a:p>
          <a:p>
            <a:pPr fontAlgn="base"/>
            <a:r>
              <a:rPr lang="en-US" dirty="0"/>
              <a:t>The Test Case Development  phase testers design detailed test cases and prepare the necessary test data. 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The main activities performed during the Test Case Development phase include:</a:t>
            </a:r>
          </a:p>
          <a:p>
            <a:pPr fontAlgn="base"/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Identifying the test cases that will be developed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Writing test cases that are clear, concise and easy to understand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Creating test data and test scenarios that will be used in the test cases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Identifying the expected results for each test case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Reviewing and validating the test cases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Updating the requirement traceability matrix (RTM) to map requirements to test cases</a:t>
            </a: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BB29B67E-5CE7-0617-1944-A1A207EC87BB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323695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42DA450-87B5-05DC-56D1-6A36582D8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9DE1E87F-5625-F187-7F76-AD224E63544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ADA86F03-65BE-BB6F-038D-B9B6E7EAF590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59061310-788B-FE8B-A6A8-336D6C18DC46}"/>
              </a:ext>
            </a:extLst>
          </p:cNvPr>
          <p:cNvSpPr txBox="1"/>
          <p:nvPr/>
        </p:nvSpPr>
        <p:spPr>
          <a:xfrm>
            <a:off x="406103" y="389849"/>
            <a:ext cx="8331793" cy="3351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US" b="1" dirty="0"/>
              <a:t>4. Test Environment Setup</a:t>
            </a:r>
          </a:p>
          <a:p>
            <a:pPr fontAlgn="base"/>
            <a:endParaRPr lang="en-US" b="1" u="sng" dirty="0"/>
          </a:p>
          <a:p>
            <a:pPr fontAlgn="base"/>
            <a:r>
              <a:rPr lang="en-US" dirty="0"/>
              <a:t>Test Environment Setup defines the hardware, software and network conditions under which testing will be executed. </a:t>
            </a:r>
          </a:p>
          <a:p>
            <a:pPr fontAlgn="base"/>
            <a:r>
              <a:rPr lang="en-US" dirty="0"/>
              <a:t>The activities involved in the Test Environment Setup phase include:</a:t>
            </a:r>
          </a:p>
          <a:p>
            <a:pPr fontAlgn="base"/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Install and configure required software, tools and databases.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Set up servers, browsers, operating systems and devices.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Prepare access credentials and permissions.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Validate the environment before test execution.</a:t>
            </a: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24BA90B2-81C0-597C-0082-EF209E6989AC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735656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38F7DB56-98C3-57A6-69D2-EF038D100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F0F2D13C-4E85-48FD-EDE7-90D7B60D915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80CACD5C-DD50-4CEC-123D-95B1DA8B9A25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7F656E57-59E9-73A2-026E-A5FE2504CFE4}"/>
              </a:ext>
            </a:extLst>
          </p:cNvPr>
          <p:cNvSpPr txBox="1"/>
          <p:nvPr/>
        </p:nvSpPr>
        <p:spPr>
          <a:xfrm>
            <a:off x="406103" y="389849"/>
            <a:ext cx="8331793" cy="3351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US" b="1" dirty="0"/>
              <a:t>5. Test Execution</a:t>
            </a:r>
          </a:p>
          <a:p>
            <a:pPr fontAlgn="base"/>
            <a:endParaRPr lang="en-US" b="1" dirty="0"/>
          </a:p>
          <a:p>
            <a:pPr fontAlgn="base"/>
            <a:r>
              <a:rPr lang="en-US" dirty="0"/>
              <a:t>In Test Execution phase prepared test cases are executed in the defined environment. The activities performed during the Test Execution phase include:</a:t>
            </a:r>
          </a:p>
          <a:p>
            <a:pPr fontAlgn="base"/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Run manual or automated test cases.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Log defects with details like severity and priority.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Retest fixed defects (defect retesting).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Perform regression testing if required.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Collect and analyze test results.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Document and share test reports.</a:t>
            </a: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C778FC4A-E54C-8AAD-548B-3F0954BEFE2F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680572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7902BA20-F42E-05C4-B000-6296048EE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B600109F-C17F-F40E-C15A-290267F1D09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E50589BF-E044-E53E-0E7A-D6831379FD96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9B24D224-B8BB-2EF3-F322-87D9E46D7D76}"/>
              </a:ext>
            </a:extLst>
          </p:cNvPr>
          <p:cNvSpPr txBox="1"/>
          <p:nvPr/>
        </p:nvSpPr>
        <p:spPr>
          <a:xfrm>
            <a:off x="406103" y="389849"/>
            <a:ext cx="8331793" cy="3351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en-US" b="1" dirty="0"/>
              <a:t>6. Test Closure</a:t>
            </a:r>
          </a:p>
          <a:p>
            <a:pPr fontAlgn="base"/>
            <a:endParaRPr lang="en-US" b="1" dirty="0"/>
          </a:p>
          <a:p>
            <a:pPr fontAlgn="base"/>
            <a:r>
              <a:rPr lang="en-US" dirty="0"/>
              <a:t>Test Closure is the final phase where testing activities are completed and documented. 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The final activities carried out during the Test Closure phase include:</a:t>
            </a:r>
          </a:p>
          <a:p>
            <a:pPr fontAlgn="base"/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Prepare a Test Summary Report (test cases executed, pass/fail count, defects found/resolved).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Ensure all defects are tracked and closed.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Clean up the test environment.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Archive test cases, data and reports.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Conduct a retrospective for lessons learned.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Share knowledge with stakeholders.</a:t>
            </a: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71FF5B9B-4791-1FE5-6E87-1E96FA83A79B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286790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body" idx="1"/>
          </p:nvPr>
        </p:nvSpPr>
        <p:spPr>
          <a:xfrm>
            <a:off x="244900" y="1913850"/>
            <a:ext cx="8520600" cy="13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b="1">
                <a:solidFill>
                  <a:srgbClr val="00B050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 sz="5300" b="1">
              <a:solidFill>
                <a:srgbClr val="00B05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610</Words>
  <Application>Microsoft Office PowerPoint</Application>
  <PresentationFormat>On-screen Show (16:9)</PresentationFormat>
  <Paragraphs>88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DM Sans SemiBold</vt:lpstr>
      <vt:lpstr>DM Sans Medium</vt:lpstr>
      <vt:lpstr>DM Sans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nehakamde06@outlook.com</cp:lastModifiedBy>
  <cp:revision>16</cp:revision>
  <dcterms:modified xsi:type="dcterms:W3CDTF">2026-03-03T18:59:23Z</dcterms:modified>
</cp:coreProperties>
</file>