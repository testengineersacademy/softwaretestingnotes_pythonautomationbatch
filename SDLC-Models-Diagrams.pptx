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88" r:id="rId3"/>
    <p:sldId id="289" r:id="rId4"/>
    <p:sldId id="290" r:id="rId5"/>
    <p:sldId id="291" r:id="rId6"/>
    <p:sldId id="292" r:id="rId7"/>
    <p:sldId id="276" r:id="rId8"/>
  </p:sldIdLst>
  <p:sldSz cx="9144000" cy="5143500" type="screen16x9"/>
  <p:notesSz cx="6858000" cy="9144000"/>
  <p:embeddedFontLst>
    <p:embeddedFont>
      <p:font typeface="DM Sans" pitchFamily="2" charset="0"/>
      <p:regular r:id="rId10"/>
      <p:bold r:id="rId11"/>
      <p:italic r:id="rId12"/>
      <p:boldItalic r:id="rId13"/>
    </p:embeddedFont>
    <p:embeddedFont>
      <p:font typeface="DM Sans Medium" pitchFamily="2" charset="0"/>
      <p:regular r:id="rId14"/>
      <p:bold r:id="rId15"/>
      <p:italic r:id="rId16"/>
      <p:boldItalic r:id="rId17"/>
    </p:embeddedFont>
    <p:embeddedFont>
      <p:font typeface="DM Sans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C9F01C-9758-4A5C-B850-775A718364F7}" v="16" dt="2026-02-21T20:40:46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addSld delSld modSld">
      <pc:chgData name="nehakamde06@outlook.com" userId="a3a4adbdec01cc1f" providerId="LiveId" clId="{13B4897D-0EA0-48BE-8D48-899A6FB373C0}" dt="2026-02-21T20:40:46.260" v="21" actId="14100"/>
      <pc:docMkLst>
        <pc:docMk/>
      </pc:docMkLst>
      <pc:sldChg chg="del">
        <pc:chgData name="nehakamde06@outlook.com" userId="a3a4adbdec01cc1f" providerId="LiveId" clId="{13B4897D-0EA0-48BE-8D48-899A6FB373C0}" dt="2026-02-21T20:36:21.983" v="0" actId="47"/>
        <pc:sldMkLst>
          <pc:docMk/>
          <pc:sldMk cId="0" sldId="257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77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78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79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0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1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2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3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4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5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6"/>
        </pc:sldMkLst>
      </pc:sldChg>
      <pc:sldChg chg="del">
        <pc:chgData name="nehakamde06@outlook.com" userId="a3a4adbdec01cc1f" providerId="LiveId" clId="{13B4897D-0EA0-48BE-8D48-899A6FB373C0}" dt="2026-02-21T20:36:27.369" v="1" actId="47"/>
        <pc:sldMkLst>
          <pc:docMk/>
          <pc:sldMk cId="0" sldId="287"/>
        </pc:sldMkLst>
      </pc:sldChg>
      <pc:sldChg chg="addSp delSp modSp add">
        <pc:chgData name="nehakamde06@outlook.com" userId="a3a4adbdec01cc1f" providerId="LiveId" clId="{13B4897D-0EA0-48BE-8D48-899A6FB373C0}" dt="2026-02-21T20:37:24.354" v="6" actId="14100"/>
        <pc:sldMkLst>
          <pc:docMk/>
          <pc:sldMk cId="3149273672" sldId="289"/>
        </pc:sldMkLst>
        <pc:picChg chg="add mod">
          <ac:chgData name="nehakamde06@outlook.com" userId="a3a4adbdec01cc1f" providerId="LiveId" clId="{13B4897D-0EA0-48BE-8D48-899A6FB373C0}" dt="2026-02-21T20:37:24.354" v="6" actId="14100"/>
          <ac:picMkLst>
            <pc:docMk/>
            <pc:sldMk cId="3149273672" sldId="289"/>
            <ac:picMk id="1026" creationId="{0FB81404-50E2-7E07-4C9E-4F683E1A2A24}"/>
          </ac:picMkLst>
        </pc:picChg>
        <pc:picChg chg="del">
          <ac:chgData name="nehakamde06@outlook.com" userId="a3a4adbdec01cc1f" providerId="LiveId" clId="{13B4897D-0EA0-48BE-8D48-899A6FB373C0}" dt="2026-02-21T20:37:17.166" v="3" actId="478"/>
          <ac:picMkLst>
            <pc:docMk/>
            <pc:sldMk cId="3149273672" sldId="289"/>
            <ac:picMk id="1028" creationId="{23BF7ED8-88E8-D99A-7248-4E4D493B0F90}"/>
          </ac:picMkLst>
        </pc:picChg>
      </pc:sldChg>
      <pc:sldChg chg="addSp delSp modSp add">
        <pc:chgData name="nehakamde06@outlook.com" userId="a3a4adbdec01cc1f" providerId="LiveId" clId="{13B4897D-0EA0-48BE-8D48-899A6FB373C0}" dt="2026-02-21T20:38:01.875" v="12" actId="1076"/>
        <pc:sldMkLst>
          <pc:docMk/>
          <pc:sldMk cId="1135955408" sldId="290"/>
        </pc:sldMkLst>
        <pc:picChg chg="del">
          <ac:chgData name="nehakamde06@outlook.com" userId="a3a4adbdec01cc1f" providerId="LiveId" clId="{13B4897D-0EA0-48BE-8D48-899A6FB373C0}" dt="2026-02-21T20:37:51.704" v="8" actId="478"/>
          <ac:picMkLst>
            <pc:docMk/>
            <pc:sldMk cId="1135955408" sldId="290"/>
            <ac:picMk id="1026" creationId="{C274C17E-AAAD-CC78-568E-6E1C98BAD7B1}"/>
          </ac:picMkLst>
        </pc:picChg>
        <pc:picChg chg="add mod">
          <ac:chgData name="nehakamde06@outlook.com" userId="a3a4adbdec01cc1f" providerId="LiveId" clId="{13B4897D-0EA0-48BE-8D48-899A6FB373C0}" dt="2026-02-21T20:38:01.875" v="12" actId="1076"/>
          <ac:picMkLst>
            <pc:docMk/>
            <pc:sldMk cId="1135955408" sldId="290"/>
            <ac:picMk id="2050" creationId="{8BE75D41-591F-289E-5145-6750FF6B12D7}"/>
          </ac:picMkLst>
        </pc:picChg>
      </pc:sldChg>
      <pc:sldChg chg="addSp delSp modSp add">
        <pc:chgData name="nehakamde06@outlook.com" userId="a3a4adbdec01cc1f" providerId="LiveId" clId="{13B4897D-0EA0-48BE-8D48-899A6FB373C0}" dt="2026-02-21T20:39:11.728" v="16" actId="14100"/>
        <pc:sldMkLst>
          <pc:docMk/>
          <pc:sldMk cId="899426309" sldId="291"/>
        </pc:sldMkLst>
        <pc:picChg chg="del">
          <ac:chgData name="nehakamde06@outlook.com" userId="a3a4adbdec01cc1f" providerId="LiveId" clId="{13B4897D-0EA0-48BE-8D48-899A6FB373C0}" dt="2026-02-21T20:39:06.475" v="14" actId="478"/>
          <ac:picMkLst>
            <pc:docMk/>
            <pc:sldMk cId="899426309" sldId="291"/>
            <ac:picMk id="2050" creationId="{BBE7665A-52FE-C263-457F-1BF2A437FD35}"/>
          </ac:picMkLst>
        </pc:picChg>
        <pc:picChg chg="add mod">
          <ac:chgData name="nehakamde06@outlook.com" userId="a3a4adbdec01cc1f" providerId="LiveId" clId="{13B4897D-0EA0-48BE-8D48-899A6FB373C0}" dt="2026-02-21T20:39:11.728" v="16" actId="14100"/>
          <ac:picMkLst>
            <pc:docMk/>
            <pc:sldMk cId="899426309" sldId="291"/>
            <ac:picMk id="3074" creationId="{3F1E4C86-5967-482E-DC1A-FF97AA7A4EC3}"/>
          </ac:picMkLst>
        </pc:picChg>
      </pc:sldChg>
      <pc:sldChg chg="addSp delSp modSp add">
        <pc:chgData name="nehakamde06@outlook.com" userId="a3a4adbdec01cc1f" providerId="LiveId" clId="{13B4897D-0EA0-48BE-8D48-899A6FB373C0}" dt="2026-02-21T20:40:46.260" v="21" actId="14100"/>
        <pc:sldMkLst>
          <pc:docMk/>
          <pc:sldMk cId="3403349684" sldId="292"/>
        </pc:sldMkLst>
        <pc:picChg chg="del">
          <ac:chgData name="nehakamde06@outlook.com" userId="a3a4adbdec01cc1f" providerId="LiveId" clId="{13B4897D-0EA0-48BE-8D48-899A6FB373C0}" dt="2026-02-21T20:40:39.339" v="18" actId="478"/>
          <ac:picMkLst>
            <pc:docMk/>
            <pc:sldMk cId="3403349684" sldId="292"/>
            <ac:picMk id="3074" creationId="{BD3B8EE2-2215-7C2E-3E8A-99D6CE622C2E}"/>
          </ac:picMkLst>
        </pc:picChg>
        <pc:picChg chg="add mod">
          <ac:chgData name="nehakamde06@outlook.com" userId="a3a4adbdec01cc1f" providerId="LiveId" clId="{13B4897D-0EA0-48BE-8D48-899A6FB373C0}" dt="2026-02-21T20:40:46.260" v="21" actId="14100"/>
          <ac:picMkLst>
            <pc:docMk/>
            <pc:sldMk cId="3403349684" sldId="292"/>
            <ac:picMk id="4098" creationId="{F8AF7C63-B3DA-AA04-1604-2B0E1D38B1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134A4E7-3BD1-D65F-E88A-420B179D7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3BDFB62D-986E-F1DB-C88E-3AD0F605A8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F609DF5F-9754-EA02-9EB4-DB1C6E6B4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2525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B442471F-8EEF-4949-B6C7-0EAA30AE8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D5F3A66A-46FF-4312-FA41-0A9DC1C56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E18C0C22-4F4A-D07F-6093-5D194AED0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177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D3196AC-8F9C-AE6A-E33E-D4F11883D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17F1A0B4-4B2C-182D-A75D-3F699F819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E9C6FF90-3EAC-5209-0B81-D109E40223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094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5E76658-DBF7-0295-8782-D768262A6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4DC40B9A-EB7C-6BEA-D279-88F7BDA0A6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DEAF2FF3-3DCA-41B7-427F-DD3333E18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024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714457-F7B9-6136-FA02-B6E407E1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0F3E5A22-D6FB-C934-157B-1193F3F6C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65D97E6A-2091-510E-0368-B95D4EF40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716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5080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66AF0F9F-550A-7556-78BA-451A8493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E3C312CE-78E0-6796-FF3D-DE8F375E081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C4B68C9-610D-A657-AA0E-2BC41C6D811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D3F178CB-21A3-96E4-DE17-6499A5ED8089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28" name="Picture 4" descr="The Waterfall Model: A Linear Approach to Software Development | by Sandhya  K | Medium">
            <a:extLst>
              <a:ext uri="{FF2B5EF4-FFF2-40B4-BE49-F238E27FC236}">
                <a16:creationId xmlns:a16="http://schemas.microsoft.com/office/drawing/2014/main" id="{E343C41E-FF0C-572C-5EAB-AB42FF295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90" y="115400"/>
            <a:ext cx="7135586" cy="423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89533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B060A56E-4863-C6C6-F0CB-01B04D0B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CC7B0844-6B2A-74DD-E21A-31CC697F852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450401C9-61C0-B211-BD6C-582370C5EFCF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02D731E2-69D1-CD09-43B5-17A1CA2DA3D8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26" name="Picture 2" descr="What Is the V-Model? (Definition, Examples) | Built In">
            <a:extLst>
              <a:ext uri="{FF2B5EF4-FFF2-40B4-BE49-F238E27FC236}">
                <a16:creationId xmlns:a16="http://schemas.microsoft.com/office/drawing/2014/main" id="{0FB81404-50E2-7E07-4C9E-4F683E1A2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32" y="323850"/>
            <a:ext cx="66294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273672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486D6130-970B-B97B-3F5F-EE52C2F3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BD6E892E-5010-6BC7-184B-D2712493806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83774CA-3C3F-6FD2-223A-B96647A2865D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45F9B37D-86F3-F6E6-68F1-9BB61AF0CF93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50" name="Picture 2" descr="V-Model: An Improvement of Waterfall | by Thossakrai Nakkasem ...">
            <a:extLst>
              <a:ext uri="{FF2B5EF4-FFF2-40B4-BE49-F238E27FC236}">
                <a16:creationId xmlns:a16="http://schemas.microsoft.com/office/drawing/2014/main" id="{8BE75D41-591F-289E-5145-6750FF6B1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043" y="264935"/>
            <a:ext cx="5986207" cy="4613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955408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9C822A2A-4B13-1ED4-2B2D-6ACD05F5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B1E54B6-F2F1-8B91-F9F7-6A63CE657B3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1AB86F9B-F3BD-057D-1F79-7CE558B21EA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C40C7CD3-7630-D6E8-E8A1-AF6EF2576153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74" name="Picture 2" descr="2 The spiral model of design. This consists of four phases-1. Determine...  | Download Scientific Diagram">
            <a:extLst>
              <a:ext uri="{FF2B5EF4-FFF2-40B4-BE49-F238E27FC236}">
                <a16:creationId xmlns:a16="http://schemas.microsoft.com/office/drawing/2014/main" id="{3F1E4C86-5967-482E-DC1A-FF97AA7A4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5" y="0"/>
            <a:ext cx="5499554" cy="434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426309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>
          <a:extLst>
            <a:ext uri="{FF2B5EF4-FFF2-40B4-BE49-F238E27FC236}">
              <a16:creationId xmlns:a16="http://schemas.microsoft.com/office/drawing/2014/main" id="{07CCDFC7-2D27-A248-37A4-0DEBD4E64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A37373DE-74A3-9E93-B4AD-C6AB9ABD387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B3F23A5-2F44-71FD-1309-FC461B275F4C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A7EAB7A1-66BA-ED77-50A3-9E576A880AFE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098" name="Picture 2" descr="Spiral Model: Introduction, Phases, Keypoints!">
            <a:extLst>
              <a:ext uri="{FF2B5EF4-FFF2-40B4-BE49-F238E27FC236}">
                <a16:creationId xmlns:a16="http://schemas.microsoft.com/office/drawing/2014/main" id="{F8AF7C63-B3DA-AA04-1604-2B0E1D38B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43" y="545336"/>
            <a:ext cx="6816570" cy="3630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34968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 dirty="0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 dirty="0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446117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2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3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4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ppt/theme/themeOverride5.xml><?xml version="1.0" encoding="utf-8"?>
<a:themeOverride xmlns:a="http://schemas.openxmlformats.org/drawingml/2006/main">
  <a:clrScheme name="Simple Light">
    <a:dk1>
      <a:srgbClr val="000000"/>
    </a:dk1>
    <a:lt1>
      <a:srgbClr val="FFFFFF"/>
    </a:lt1>
    <a:dk2>
      <a:srgbClr val="595959"/>
    </a:dk2>
    <a:lt2>
      <a:srgbClr val="EEEEEE"/>
    </a:lt2>
    <a:accent1>
      <a:srgbClr val="4285F4"/>
    </a:accent1>
    <a:accent2>
      <a:srgbClr val="212121"/>
    </a:accent2>
    <a:accent3>
      <a:srgbClr val="78909C"/>
    </a:accent3>
    <a:accent4>
      <a:srgbClr val="FFAB40"/>
    </a:accent4>
    <a:accent5>
      <a:srgbClr val="0097A7"/>
    </a:accent5>
    <a:accent6>
      <a:srgbClr val="EEFF41"/>
    </a:accent6>
    <a:hlink>
      <a:srgbClr val="0097A7"/>
    </a:hlink>
    <a:folHlink>
      <a:srgbClr val="0097A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56</Words>
  <Application>Microsoft Office PowerPoint</Application>
  <PresentationFormat>On-screen Show (16:9)</PresentationFormat>
  <Paragraphs>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DM Sans Medium</vt:lpstr>
      <vt:lpstr>DM Sans SemiBold</vt:lpstr>
      <vt:lpstr>Arial</vt:lpstr>
      <vt:lpstr>DM Sans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6</cp:revision>
  <dcterms:modified xsi:type="dcterms:W3CDTF">2026-02-21T20:40:47Z</dcterms:modified>
</cp:coreProperties>
</file>