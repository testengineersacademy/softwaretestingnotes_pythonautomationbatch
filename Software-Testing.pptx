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82" r:id="rId4"/>
    <p:sldId id="277" r:id="rId5"/>
    <p:sldId id="278" r:id="rId6"/>
    <p:sldId id="279" r:id="rId7"/>
    <p:sldId id="280" r:id="rId8"/>
    <p:sldId id="281" r:id="rId9"/>
    <p:sldId id="276" r:id="rId10"/>
  </p:sldIdLst>
  <p:sldSz cx="9144000" cy="5143500" type="screen16x9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DM Sans Medium" pitchFamily="2" charset="0"/>
      <p:regular r:id="rId16"/>
      <p:bold r:id="rId17"/>
      <p:italic r:id="rId18"/>
      <p:boldItalic r:id="rId19"/>
    </p:embeddedFont>
    <p:embeddedFont>
      <p:font typeface="DM Sans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D14F9-D986-4E84-867C-2FAFE46DA221}" v="28" dt="2026-03-07T05:29:37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7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kamde06@outlook.com" userId="a3a4adbdec01cc1f" providerId="LiveId" clId="{13B4897D-0EA0-48BE-8D48-899A6FB373C0}"/>
    <pc:docChg chg="undo custSel addSld delSld modSld">
      <pc:chgData name="nehakamde06@outlook.com" userId="a3a4adbdec01cc1f" providerId="LiveId" clId="{13B4897D-0EA0-48BE-8D48-899A6FB373C0}" dt="2026-03-07T05:30:04.711" v="241" actId="6549"/>
      <pc:docMkLst>
        <pc:docMk/>
      </pc:docMkLst>
      <pc:sldChg chg="modSp mod">
        <pc:chgData name="nehakamde06@outlook.com" userId="a3a4adbdec01cc1f" providerId="LiveId" clId="{13B4897D-0EA0-48BE-8D48-899A6FB373C0}" dt="2026-03-07T01:53:35.742" v="44" actId="20577"/>
        <pc:sldMkLst>
          <pc:docMk/>
          <pc:sldMk cId="0" sldId="257"/>
        </pc:sldMkLst>
        <pc:spChg chg="mod">
          <ac:chgData name="nehakamde06@outlook.com" userId="a3a4adbdec01cc1f" providerId="LiveId" clId="{13B4897D-0EA0-48BE-8D48-899A6FB373C0}" dt="2026-03-07T01:53:35.742" v="44" actId="20577"/>
          <ac:spMkLst>
            <pc:docMk/>
            <pc:sldMk cId="0" sldId="257"/>
            <ac:spMk id="63" creationId="{00000000-0000-0000-0000-000000000000}"/>
          </ac:spMkLst>
        </pc:spChg>
      </pc:sldChg>
      <pc:sldChg chg="modSp mod">
        <pc:chgData name="nehakamde06@outlook.com" userId="a3a4adbdec01cc1f" providerId="LiveId" clId="{13B4897D-0EA0-48BE-8D48-899A6FB373C0}" dt="2026-03-07T01:53:54.557" v="48" actId="27636"/>
        <pc:sldMkLst>
          <pc:docMk/>
          <pc:sldMk cId="0" sldId="276"/>
        </pc:sldMkLst>
        <pc:spChg chg="mod">
          <ac:chgData name="nehakamde06@outlook.com" userId="a3a4adbdec01cc1f" providerId="LiveId" clId="{13B4897D-0EA0-48BE-8D48-899A6FB373C0}" dt="2026-03-07T01:53:54.557" v="48" actId="27636"/>
          <ac:spMkLst>
            <pc:docMk/>
            <pc:sldMk cId="0" sldId="276"/>
            <ac:spMk id="231" creationId="{00000000-0000-0000-0000-000000000000}"/>
          </ac:spMkLst>
        </pc:spChg>
      </pc:sldChg>
      <pc:sldChg chg="del">
        <pc:chgData name="nehakamde06@outlook.com" userId="a3a4adbdec01cc1f" providerId="LiveId" clId="{13B4897D-0EA0-48BE-8D48-899A6FB373C0}" dt="2026-03-07T01:51:14.345" v="0" actId="2696"/>
        <pc:sldMkLst>
          <pc:docMk/>
          <pc:sldMk cId="3796808006" sldId="277"/>
        </pc:sldMkLst>
      </pc:sldChg>
      <pc:sldChg chg="addSp delSp modSp add mod">
        <pc:chgData name="nehakamde06@outlook.com" userId="a3a4adbdec01cc1f" providerId="LiveId" clId="{13B4897D-0EA0-48BE-8D48-899A6FB373C0}" dt="2026-03-07T02:02:43.408" v="76" actId="12"/>
        <pc:sldMkLst>
          <pc:docMk/>
          <pc:sldMk cId="3942029924" sldId="277"/>
        </pc:sldMkLst>
        <pc:spChg chg="add mod">
          <ac:chgData name="nehakamde06@outlook.com" userId="a3a4adbdec01cc1f" providerId="LiveId" clId="{13B4897D-0EA0-48BE-8D48-899A6FB373C0}" dt="2026-03-07T01:54:05.894" v="50" actId="12"/>
          <ac:spMkLst>
            <pc:docMk/>
            <pc:sldMk cId="3942029924" sldId="277"/>
            <ac:spMk id="2" creationId="{CE1C6EBC-5CD1-7232-00B4-3C7BAFB36759}"/>
          </ac:spMkLst>
        </pc:spChg>
        <pc:spChg chg="add mod">
          <ac:chgData name="nehakamde06@outlook.com" userId="a3a4adbdec01cc1f" providerId="LiveId" clId="{13B4897D-0EA0-48BE-8D48-899A6FB373C0}" dt="2026-03-07T02:00:03.854" v="63" actId="20577"/>
          <ac:spMkLst>
            <pc:docMk/>
            <pc:sldMk cId="3942029924" sldId="277"/>
            <ac:spMk id="3" creationId="{EE829B7B-25E0-BF6E-ABE1-F299133967A3}"/>
          </ac:spMkLst>
        </pc:spChg>
        <pc:spChg chg="add del mod">
          <ac:chgData name="nehakamde06@outlook.com" userId="a3a4adbdec01cc1f" providerId="LiveId" clId="{13B4897D-0EA0-48BE-8D48-899A6FB373C0}" dt="2026-03-07T02:01:35.021" v="66"/>
          <ac:spMkLst>
            <pc:docMk/>
            <pc:sldMk cId="3942029924" sldId="277"/>
            <ac:spMk id="4" creationId="{F77726CA-D27B-B541-213A-5A00A8416BAB}"/>
          </ac:spMkLst>
        </pc:spChg>
        <pc:spChg chg="add mod">
          <ac:chgData name="nehakamde06@outlook.com" userId="a3a4adbdec01cc1f" providerId="LiveId" clId="{13B4897D-0EA0-48BE-8D48-899A6FB373C0}" dt="2026-03-07T02:02:43.408" v="76" actId="12"/>
          <ac:spMkLst>
            <pc:docMk/>
            <pc:sldMk cId="3942029924" sldId="277"/>
            <ac:spMk id="5" creationId="{87E461CC-A628-4D78-F7E5-815720BCF11F}"/>
          </ac:spMkLst>
        </pc:spChg>
        <pc:spChg chg="mod">
          <ac:chgData name="nehakamde06@outlook.com" userId="a3a4adbdec01cc1f" providerId="LiveId" clId="{13B4897D-0EA0-48BE-8D48-899A6FB373C0}" dt="2026-03-07T02:02:13.800" v="74" actId="1076"/>
          <ac:spMkLst>
            <pc:docMk/>
            <pc:sldMk cId="3942029924" sldId="277"/>
            <ac:spMk id="63" creationId="{56719CED-D32E-3175-290F-2DA5EC752FF3}"/>
          </ac:spMkLst>
        </pc:spChg>
      </pc:sldChg>
      <pc:sldChg chg="addSp delSp modSp add mod">
        <pc:chgData name="nehakamde06@outlook.com" userId="a3a4adbdec01cc1f" providerId="LiveId" clId="{13B4897D-0EA0-48BE-8D48-899A6FB373C0}" dt="2026-03-07T02:10:18.371" v="115" actId="6549"/>
        <pc:sldMkLst>
          <pc:docMk/>
          <pc:sldMk cId="3037879693" sldId="278"/>
        </pc:sldMkLst>
        <pc:spChg chg="del mod">
          <ac:chgData name="nehakamde06@outlook.com" userId="a3a4adbdec01cc1f" providerId="LiveId" clId="{13B4897D-0EA0-48BE-8D48-899A6FB373C0}" dt="2026-03-07T02:03:15.030" v="86"/>
          <ac:spMkLst>
            <pc:docMk/>
            <pc:sldMk cId="3037879693" sldId="278"/>
            <ac:spMk id="2" creationId="{03359EBF-0EA9-CA3D-B935-DC5DFD32CCCA}"/>
          </ac:spMkLst>
        </pc:spChg>
        <pc:spChg chg="del mod">
          <ac:chgData name="nehakamde06@outlook.com" userId="a3a4adbdec01cc1f" providerId="LiveId" clId="{13B4897D-0EA0-48BE-8D48-899A6FB373C0}" dt="2026-03-07T02:03:15.028" v="84"/>
          <ac:spMkLst>
            <pc:docMk/>
            <pc:sldMk cId="3037879693" sldId="278"/>
            <ac:spMk id="3" creationId="{BA0E9F40-D922-14FD-B51E-36E805ADBA09}"/>
          </ac:spMkLst>
        </pc:spChg>
        <pc:spChg chg="add mod">
          <ac:chgData name="nehakamde06@outlook.com" userId="a3a4adbdec01cc1f" providerId="LiveId" clId="{13B4897D-0EA0-48BE-8D48-899A6FB373C0}" dt="2026-03-07T02:09:50.026" v="110" actId="1076"/>
          <ac:spMkLst>
            <pc:docMk/>
            <pc:sldMk cId="3037879693" sldId="278"/>
            <ac:spMk id="4" creationId="{570D4AAA-B8E8-19F5-13CD-92EEECA10030}"/>
          </ac:spMkLst>
        </pc:spChg>
        <pc:spChg chg="del mod">
          <ac:chgData name="nehakamde06@outlook.com" userId="a3a4adbdec01cc1f" providerId="LiveId" clId="{13B4897D-0EA0-48BE-8D48-899A6FB373C0}" dt="2026-03-07T02:03:15.028" v="82"/>
          <ac:spMkLst>
            <pc:docMk/>
            <pc:sldMk cId="3037879693" sldId="278"/>
            <ac:spMk id="5" creationId="{BF1CAAF3-A6E6-79A2-6341-DE2F79DFECFA}"/>
          </ac:spMkLst>
        </pc:spChg>
        <pc:spChg chg="add mod">
          <ac:chgData name="nehakamde06@outlook.com" userId="a3a4adbdec01cc1f" providerId="LiveId" clId="{13B4897D-0EA0-48BE-8D48-899A6FB373C0}" dt="2026-03-07T02:10:18.371" v="115" actId="6549"/>
          <ac:spMkLst>
            <pc:docMk/>
            <pc:sldMk cId="3037879693" sldId="278"/>
            <ac:spMk id="6" creationId="{623E9113-BFE8-5268-81F4-65BAC9A1A695}"/>
          </ac:spMkLst>
        </pc:spChg>
        <pc:spChg chg="add mod">
          <ac:chgData name="nehakamde06@outlook.com" userId="a3a4adbdec01cc1f" providerId="LiveId" clId="{13B4897D-0EA0-48BE-8D48-899A6FB373C0}" dt="2026-03-07T02:10:13.129" v="114" actId="12"/>
          <ac:spMkLst>
            <pc:docMk/>
            <pc:sldMk cId="3037879693" sldId="278"/>
            <ac:spMk id="7" creationId="{6D40D14A-F504-D190-F517-633C04F9839E}"/>
          </ac:spMkLst>
        </pc:spChg>
      </pc:sldChg>
      <pc:sldChg chg="addSp delSp modSp add mod">
        <pc:chgData name="nehakamde06@outlook.com" userId="a3a4adbdec01cc1f" providerId="LiveId" clId="{13B4897D-0EA0-48BE-8D48-899A6FB373C0}" dt="2026-03-07T05:30:04.711" v="241" actId="6549"/>
        <pc:sldMkLst>
          <pc:docMk/>
          <pc:sldMk cId="1738929111" sldId="279"/>
        </pc:sldMkLst>
        <pc:spChg chg="add mod">
          <ac:chgData name="nehakamde06@outlook.com" userId="a3a4adbdec01cc1f" providerId="LiveId" clId="{13B4897D-0EA0-48BE-8D48-899A6FB373C0}" dt="2026-03-07T05:30:04.711" v="241" actId="6549"/>
          <ac:spMkLst>
            <pc:docMk/>
            <pc:sldMk cId="1738929111" sldId="279"/>
            <ac:spMk id="2" creationId="{464E2A64-6746-AD63-1359-7391AFCBA957}"/>
          </ac:spMkLst>
        </pc:spChg>
        <pc:spChg chg="mod">
          <ac:chgData name="nehakamde06@outlook.com" userId="a3a4adbdec01cc1f" providerId="LiveId" clId="{13B4897D-0EA0-48BE-8D48-899A6FB373C0}" dt="2026-03-07T02:14:26.188" v="119" actId="1076"/>
          <ac:spMkLst>
            <pc:docMk/>
            <pc:sldMk cId="1738929111" sldId="279"/>
            <ac:spMk id="4" creationId="{A6835BCE-9FE1-EA5C-7716-1581332C754B}"/>
          </ac:spMkLst>
        </pc:spChg>
        <pc:spChg chg="mod">
          <ac:chgData name="nehakamde06@outlook.com" userId="a3a4adbdec01cc1f" providerId="LiveId" clId="{13B4897D-0EA0-48BE-8D48-899A6FB373C0}" dt="2026-03-07T02:16:53.209" v="127" actId="6549"/>
          <ac:spMkLst>
            <pc:docMk/>
            <pc:sldMk cId="1738929111" sldId="279"/>
            <ac:spMk id="6" creationId="{9D65B547-F7D7-4386-6792-D5A435E257DD}"/>
          </ac:spMkLst>
        </pc:spChg>
        <pc:spChg chg="del mod">
          <ac:chgData name="nehakamde06@outlook.com" userId="a3a4adbdec01cc1f" providerId="LiveId" clId="{13B4897D-0EA0-48BE-8D48-899A6FB373C0}" dt="2026-03-07T05:07:40.151" v="225"/>
          <ac:spMkLst>
            <pc:docMk/>
            <pc:sldMk cId="1738929111" sldId="279"/>
            <ac:spMk id="7" creationId="{790E8720-3FC8-0234-E586-94E6AA23A76D}"/>
          </ac:spMkLst>
        </pc:spChg>
      </pc:sldChg>
      <pc:sldChg chg="addSp delSp modSp add mod">
        <pc:chgData name="nehakamde06@outlook.com" userId="a3a4adbdec01cc1f" providerId="LiveId" clId="{13B4897D-0EA0-48BE-8D48-899A6FB373C0}" dt="2026-03-07T05:15:07.491" v="226" actId="6549"/>
        <pc:sldMkLst>
          <pc:docMk/>
          <pc:sldMk cId="3213717963" sldId="280"/>
        </pc:sldMkLst>
        <pc:spChg chg="mod">
          <ac:chgData name="nehakamde06@outlook.com" userId="a3a4adbdec01cc1f" providerId="LiveId" clId="{13B4897D-0EA0-48BE-8D48-899A6FB373C0}" dt="2026-03-07T05:15:07.491" v="226" actId="6549"/>
          <ac:spMkLst>
            <pc:docMk/>
            <pc:sldMk cId="3213717963" sldId="280"/>
            <ac:spMk id="4" creationId="{61A34457-7B8B-89D6-971B-1DF1CE9F8C1E}"/>
          </ac:spMkLst>
        </pc:spChg>
        <pc:spChg chg="add del mod">
          <ac:chgData name="nehakamde06@outlook.com" userId="a3a4adbdec01cc1f" providerId="LiveId" clId="{13B4897D-0EA0-48BE-8D48-899A6FB373C0}" dt="2026-03-07T02:20:58.709" v="179" actId="1076"/>
          <ac:spMkLst>
            <pc:docMk/>
            <pc:sldMk cId="3213717963" sldId="280"/>
            <ac:spMk id="6" creationId="{BD81BB15-266A-E24C-27FE-5F58169CDA77}"/>
          </ac:spMkLst>
        </pc:spChg>
        <pc:spChg chg="mod">
          <ac:chgData name="nehakamde06@outlook.com" userId="a3a4adbdec01cc1f" providerId="LiveId" clId="{13B4897D-0EA0-48BE-8D48-899A6FB373C0}" dt="2026-03-07T02:20:49.795" v="178" actId="6549"/>
          <ac:spMkLst>
            <pc:docMk/>
            <pc:sldMk cId="3213717963" sldId="280"/>
            <ac:spMk id="7" creationId="{1D9EE1C8-BDA3-8B36-D107-73A94B8F9773}"/>
          </ac:spMkLst>
        </pc:spChg>
      </pc:sldChg>
      <pc:sldChg chg="addSp delSp modSp add mod">
        <pc:chgData name="nehakamde06@outlook.com" userId="a3a4adbdec01cc1f" providerId="LiveId" clId="{13B4897D-0EA0-48BE-8D48-899A6FB373C0}" dt="2026-03-07T02:32:03.811" v="222" actId="1076"/>
        <pc:sldMkLst>
          <pc:docMk/>
          <pc:sldMk cId="2678872686" sldId="281"/>
        </pc:sldMkLst>
        <pc:spChg chg="add mod">
          <ac:chgData name="nehakamde06@outlook.com" userId="a3a4adbdec01cc1f" providerId="LiveId" clId="{13B4897D-0EA0-48BE-8D48-899A6FB373C0}" dt="2026-03-07T02:32:03.811" v="222" actId="1076"/>
          <ac:spMkLst>
            <pc:docMk/>
            <pc:sldMk cId="2678872686" sldId="281"/>
            <ac:spMk id="2" creationId="{F30945E2-4CEA-7010-40AD-7FE989D76E52}"/>
          </ac:spMkLst>
        </pc:spChg>
        <pc:spChg chg="mod">
          <ac:chgData name="nehakamde06@outlook.com" userId="a3a4adbdec01cc1f" providerId="LiveId" clId="{13B4897D-0EA0-48BE-8D48-899A6FB373C0}" dt="2026-03-07T02:27:10.465" v="190" actId="1076"/>
          <ac:spMkLst>
            <pc:docMk/>
            <pc:sldMk cId="2678872686" sldId="281"/>
            <ac:spMk id="4" creationId="{0014DBA1-1FAE-6B95-7239-6534EA8C66F9}"/>
          </ac:spMkLst>
        </pc:spChg>
        <pc:spChg chg="del mod">
          <ac:chgData name="nehakamde06@outlook.com" userId="a3a4adbdec01cc1f" providerId="LiveId" clId="{13B4897D-0EA0-48BE-8D48-899A6FB373C0}" dt="2026-03-07T02:26:03.187" v="182" actId="478"/>
          <ac:spMkLst>
            <pc:docMk/>
            <pc:sldMk cId="2678872686" sldId="281"/>
            <ac:spMk id="6" creationId="{FBC2CDAF-BADB-5F45-3379-4C82B1977969}"/>
          </ac:spMkLst>
        </pc:spChg>
        <pc:spChg chg="del mod">
          <ac:chgData name="nehakamde06@outlook.com" userId="a3a4adbdec01cc1f" providerId="LiveId" clId="{13B4897D-0EA0-48BE-8D48-899A6FB373C0}" dt="2026-03-07T02:27:04.149" v="189" actId="478"/>
          <ac:spMkLst>
            <pc:docMk/>
            <pc:sldMk cId="2678872686" sldId="281"/>
            <ac:spMk id="7" creationId="{1FF07212-2682-55AB-01F4-DC7D34C3D882}"/>
          </ac:spMkLst>
        </pc:spChg>
        <pc:spChg chg="mod">
          <ac:chgData name="nehakamde06@outlook.com" userId="a3a4adbdec01cc1f" providerId="LiveId" clId="{13B4897D-0EA0-48BE-8D48-899A6FB373C0}" dt="2026-03-07T02:31:56.668" v="221" actId="1076"/>
          <ac:spMkLst>
            <pc:docMk/>
            <pc:sldMk cId="2678872686" sldId="281"/>
            <ac:spMk id="63" creationId="{9C415D7C-1E60-EEF8-6AAB-46490A7C8556}"/>
          </ac:spMkLst>
        </pc:spChg>
      </pc:sldChg>
      <pc:sldChg chg="addSp modSp add mod">
        <pc:chgData name="nehakamde06@outlook.com" userId="a3a4adbdec01cc1f" providerId="LiveId" clId="{13B4897D-0EA0-48BE-8D48-899A6FB373C0}" dt="2026-03-07T02:29:48.496" v="206" actId="12"/>
        <pc:sldMkLst>
          <pc:docMk/>
          <pc:sldMk cId="2010576428" sldId="282"/>
        </pc:sldMkLst>
        <pc:spChg chg="add mod">
          <ac:chgData name="nehakamde06@outlook.com" userId="a3a4adbdec01cc1f" providerId="LiveId" clId="{13B4897D-0EA0-48BE-8D48-899A6FB373C0}" dt="2026-03-07T02:29:48.496" v="206" actId="12"/>
          <ac:spMkLst>
            <pc:docMk/>
            <pc:sldMk cId="2010576428" sldId="282"/>
            <ac:spMk id="2" creationId="{9982C3E7-E805-E07B-9CAA-3E73B75A913C}"/>
          </ac:spMkLst>
        </pc:spChg>
        <pc:spChg chg="mod">
          <ac:chgData name="nehakamde06@outlook.com" userId="a3a4adbdec01cc1f" providerId="LiveId" clId="{13B4897D-0EA0-48BE-8D48-899A6FB373C0}" dt="2026-03-07T02:28:43.905" v="192" actId="6549"/>
          <ac:spMkLst>
            <pc:docMk/>
            <pc:sldMk cId="2010576428" sldId="282"/>
            <ac:spMk id="63" creationId="{CF8B4C43-6209-D88E-D1EE-069B4D906D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2FA2C86-6C52-1939-616C-81ED961BC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BE6148E2-5092-385A-AEC4-75312FB50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7866EF0D-1E52-2AA1-33CD-B41AC54A8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799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B16D35D-0EDD-FEB9-BCF1-B0957461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A8CD2E91-DA44-4C34-F25C-FCD9113BA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1990A4BA-C21A-80D1-8F46-1968A7F10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6022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BD64A37-6F1F-E317-0354-4E83F76B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966E0DF9-45C4-9F30-3FB3-C1BB39D32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078A347D-D47D-8381-7A7B-5A38D77BD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905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CD69868-48AB-5A8E-4562-8D7B7849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82AE522C-3B89-A942-7348-44DDC2656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3FC4BAC4-EE19-99C6-E50E-ABD982B2FB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789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3C9B211-E09A-7DB4-0D08-4A49083CB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7E8BAE95-DA34-177F-75DF-15E5B71A8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B5BA9F8D-46A9-C410-071A-1072699D9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559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9EEB45A-3649-7409-D9D1-520D6F50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702C2A7C-0EFE-90FE-9CF6-6E6873060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76CE9192-3DCD-DC3B-77D7-202DF7809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325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20" b="1" dirty="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Black Box Testing Types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937DA57-6A50-4C08-B5B1-5C45C808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1CBAB1D1-9051-41E4-7F2B-9377DA0EDA3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759C551D-9CFA-1444-699A-4475AA1898A8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CF8B4C43-6209-D88E-D1EE-069B4D906D02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E97D8B23-18FC-908C-F079-29FC18DAE14C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82C3E7-E805-E07B-9CAA-3E73B75A913C}"/>
              </a:ext>
            </a:extLst>
          </p:cNvPr>
          <p:cNvSpPr txBox="1"/>
          <p:nvPr/>
        </p:nvSpPr>
        <p:spPr>
          <a:xfrm>
            <a:off x="261257" y="665389"/>
            <a:ext cx="8572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Unit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 Testing is a type of software testing where individual components or small units of code are tested separately to verify that they work correctly.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unit</a:t>
            </a:r>
            <a:r>
              <a:rPr lang="en-US" dirty="0"/>
              <a:t> can be: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function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method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class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b="1" dirty="0"/>
              <a:t>module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 testing is usually performed by </a:t>
            </a:r>
            <a:r>
              <a:rPr lang="en-US" b="1" dirty="0"/>
              <a:t>developers</a:t>
            </a:r>
            <a:r>
              <a:rPr lang="en-US" dirty="0"/>
              <a:t> during the development phase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057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C5AC602-8ADF-9E55-8C80-B17452708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80852BB4-00E1-CA22-1892-CBFF882DA5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BC905D8F-386A-FD1C-3BBD-E00BD3C0856C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6719CED-D32E-3175-290F-2DA5EC752FF3}"/>
              </a:ext>
            </a:extLst>
          </p:cNvPr>
          <p:cNvSpPr txBox="1"/>
          <p:nvPr/>
        </p:nvSpPr>
        <p:spPr>
          <a:xfrm>
            <a:off x="1234857" y="1949700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48174C3E-F709-C333-CE1D-08BB8311EF86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C6EBC-5CD1-7232-00B4-3C7BAFB36759}"/>
              </a:ext>
            </a:extLst>
          </p:cNvPr>
          <p:cNvSpPr txBox="1"/>
          <p:nvPr/>
        </p:nvSpPr>
        <p:spPr>
          <a:xfrm>
            <a:off x="824593" y="653143"/>
            <a:ext cx="75887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Functional Testing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Verifies that the software works according to the </a:t>
            </a:r>
            <a:r>
              <a:rPr lang="en-US" b="1" dirty="0"/>
              <a:t>requirements and specifications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Checking if the </a:t>
            </a:r>
            <a:r>
              <a:rPr lang="en-US" b="1" dirty="0"/>
              <a:t>login feature</a:t>
            </a:r>
            <a:r>
              <a:rPr lang="en-US" dirty="0"/>
              <a:t> works with valid username and password.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29B7B-25E0-BF6E-ABE1-F299133967A3}"/>
              </a:ext>
            </a:extLst>
          </p:cNvPr>
          <p:cNvSpPr txBox="1"/>
          <p:nvPr/>
        </p:nvSpPr>
        <p:spPr>
          <a:xfrm>
            <a:off x="567418" y="1828800"/>
            <a:ext cx="83357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Integration Testing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Testing is a testing level where multiple modules or components of an application are combined and tested together to verify that they work correctly as a group.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goal is to </a:t>
            </a:r>
            <a:r>
              <a:rPr lang="en-US" b="1" dirty="0"/>
              <a:t>check the interaction and data flow between modules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461CC-A628-4D78-F7E5-815720BCF11F}"/>
              </a:ext>
            </a:extLst>
          </p:cNvPr>
          <p:cNvSpPr txBox="1"/>
          <p:nvPr/>
        </p:nvSpPr>
        <p:spPr>
          <a:xfrm>
            <a:off x="751115" y="3219901"/>
            <a:ext cx="8474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Regression Testing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that </a:t>
            </a:r>
            <a:r>
              <a:rPr lang="en-US" b="1" dirty="0"/>
              <a:t>new code changes do not affect existing functionality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After fixing a bug in the login page, testing the </a:t>
            </a:r>
            <a:r>
              <a:rPr lang="en-US" b="1" dirty="0"/>
              <a:t>entire login module again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029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9AE2A18-E362-5417-8106-11EADC0E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C8CD7C1A-13F9-9278-2923-A5B37B41B77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4C87D11C-9401-7371-5641-B2F155DE5BDE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3CCBD95-DFA3-D7AC-B38A-282287608EB2}"/>
              </a:ext>
            </a:extLst>
          </p:cNvPr>
          <p:cNvSpPr txBox="1"/>
          <p:nvPr/>
        </p:nvSpPr>
        <p:spPr>
          <a:xfrm>
            <a:off x="1234857" y="1949700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2D093D13-18BC-635B-39A4-CDD530D428D0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D4AAA-B8E8-19F5-13CD-92EEECA10030}"/>
              </a:ext>
            </a:extLst>
          </p:cNvPr>
          <p:cNvSpPr txBox="1"/>
          <p:nvPr/>
        </p:nvSpPr>
        <p:spPr>
          <a:xfrm>
            <a:off x="236765" y="141019"/>
            <a:ext cx="716007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End-to-End Testing (E2E Testing)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a testing method where the </a:t>
            </a:r>
            <a:r>
              <a:rPr lang="en-US" b="1" dirty="0"/>
              <a:t>entire application workflow is tested from start to finish</a:t>
            </a:r>
            <a:r>
              <a:rPr lang="en-US" dirty="0"/>
              <a:t> to ensure that all systems and components work together correctly.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E9113-BFE8-5268-81F4-65BAC9A1A695}"/>
              </a:ext>
            </a:extLst>
          </p:cNvPr>
          <p:cNvSpPr txBox="1"/>
          <p:nvPr/>
        </p:nvSpPr>
        <p:spPr>
          <a:xfrm>
            <a:off x="275545" y="1677760"/>
            <a:ext cx="85929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Acceptance Testing (UAT)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the final phase of testing where the </a:t>
            </a:r>
            <a:r>
              <a:rPr lang="en-US" b="1" dirty="0"/>
              <a:t>client, business users, or end users verify that the software meets their business requirements before it is released to production.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ensures the system is </a:t>
            </a:r>
            <a:r>
              <a:rPr lang="en-US" b="1" dirty="0"/>
              <a:t>ready for real-world use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0D14A-F504-D190-F517-633C04F9839E}"/>
              </a:ext>
            </a:extLst>
          </p:cNvPr>
          <p:cNvSpPr txBox="1"/>
          <p:nvPr/>
        </p:nvSpPr>
        <p:spPr>
          <a:xfrm>
            <a:off x="387804" y="3249386"/>
            <a:ext cx="84500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Compatibility Testing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the software works on </a:t>
            </a:r>
            <a:r>
              <a:rPr lang="en-US" b="1" dirty="0"/>
              <a:t>different browsers, devices, and operating systems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Testing a website on </a:t>
            </a:r>
            <a:r>
              <a:rPr lang="en-US" b="1" dirty="0"/>
              <a:t>Chrome, Firefox, and Edge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87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6597F29-1D3F-24C3-3B06-C12E7E0C0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C3CAC6F3-C250-42BC-EEC3-32ADD27622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ECE951E8-4023-1187-4CF2-E704956B819C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C2EAC1C5-B58A-5E07-8E7D-82BC2420CE40}"/>
              </a:ext>
            </a:extLst>
          </p:cNvPr>
          <p:cNvSpPr txBox="1"/>
          <p:nvPr/>
        </p:nvSpPr>
        <p:spPr>
          <a:xfrm>
            <a:off x="1234857" y="1949700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999941E3-B82C-411D-B4FA-5CF71B2B3B56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35BCE-9FE1-EA5C-7716-1581332C754B}"/>
              </a:ext>
            </a:extLst>
          </p:cNvPr>
          <p:cNvSpPr txBox="1"/>
          <p:nvPr/>
        </p:nvSpPr>
        <p:spPr>
          <a:xfrm>
            <a:off x="275545" y="389849"/>
            <a:ext cx="71600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Usability Testing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Checks whether the application is </a:t>
            </a:r>
            <a:r>
              <a:rPr lang="en-US" b="1" dirty="0"/>
              <a:t>user-friendly and easy to use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Verifying if buttons, menus, and navigation are simple for users.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5B547-F7D7-4386-6792-D5A435E257DD}"/>
              </a:ext>
            </a:extLst>
          </p:cNvPr>
          <p:cNvSpPr txBox="1"/>
          <p:nvPr/>
        </p:nvSpPr>
        <p:spPr>
          <a:xfrm>
            <a:off x="275545" y="1677760"/>
            <a:ext cx="85929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Integration Testing (SIT)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Integration Testing (SIT) is a testing type where multiple systems or applications are integrated and tested together to verify that they communicate and exchange data correctly.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ensures that different systems work together as expected.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E2A64-6746-AD63-1359-7391AFCBA957}"/>
              </a:ext>
            </a:extLst>
          </p:cNvPr>
          <p:cNvSpPr txBox="1"/>
          <p:nvPr/>
        </p:nvSpPr>
        <p:spPr>
          <a:xfrm>
            <a:off x="617764" y="3178317"/>
            <a:ext cx="8309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Sanity Testing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done to verify a specific bug or functionality.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Ensure recent changes or bug fixes works correctly.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92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DA8E05F-8CAA-3E52-3A05-8E08A931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3C5433C4-6F61-4100-15E5-B98980130C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32374B38-ED87-132F-1FAE-A597BF53F19C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DF3CF6AC-4143-A989-89AC-36A7311CDCBB}"/>
              </a:ext>
            </a:extLst>
          </p:cNvPr>
          <p:cNvSpPr txBox="1"/>
          <p:nvPr/>
        </p:nvSpPr>
        <p:spPr>
          <a:xfrm>
            <a:off x="1234857" y="1949700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9FAE6421-BBC5-CE50-11E8-527675AD239A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34457-7B8B-89D6-971B-1DF1CE9F8C1E}"/>
              </a:ext>
            </a:extLst>
          </p:cNvPr>
          <p:cNvSpPr txBox="1"/>
          <p:nvPr/>
        </p:nvSpPr>
        <p:spPr>
          <a:xfrm>
            <a:off x="275545" y="389849"/>
            <a:ext cx="71600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Alpha Testing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by </a:t>
            </a:r>
            <a:r>
              <a:rPr lang="en-US" b="1" dirty="0"/>
              <a:t>internal users </a:t>
            </a:r>
            <a:r>
              <a:rPr lang="en-US" dirty="0"/>
              <a:t>the development environment.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1BB15-266A-E24C-27FE-5F58169CDA77}"/>
              </a:ext>
            </a:extLst>
          </p:cNvPr>
          <p:cNvSpPr txBox="1"/>
          <p:nvPr/>
        </p:nvSpPr>
        <p:spPr>
          <a:xfrm>
            <a:off x="304119" y="1734257"/>
            <a:ext cx="8592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Beta Testing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by </a:t>
            </a:r>
            <a:r>
              <a:rPr lang="en-US" b="1" dirty="0"/>
              <a:t>real users</a:t>
            </a:r>
            <a:r>
              <a:rPr lang="en-US" dirty="0"/>
              <a:t> in a real environment before official release.</a:t>
            </a:r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EE1C8-BDA3-8B36-D107-73A94B8F9773}"/>
              </a:ext>
            </a:extLst>
          </p:cNvPr>
          <p:cNvSpPr txBox="1"/>
          <p:nvPr/>
        </p:nvSpPr>
        <p:spPr>
          <a:xfrm>
            <a:off x="375557" y="2913910"/>
            <a:ext cx="84500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Smoke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Smoke Testing is a type of testing performed to check whether the basic and critical functionalities of an application are working or not after a new build is received.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also called </a:t>
            </a:r>
            <a:r>
              <a:rPr lang="en-US" b="1" dirty="0"/>
              <a:t>Build Verification Testing (BVT).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purpose is to verify that the build is stable enough for further detailed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3717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DCE4F55-A877-8B4B-01B1-5108017C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1D23D61F-9D5D-F126-4CA0-8E761DE34A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AA885E10-6597-A978-5B31-22C92942F7EA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9C415D7C-1E60-EEF8-6AAB-46490A7C8556}"/>
              </a:ext>
            </a:extLst>
          </p:cNvPr>
          <p:cNvSpPr txBox="1"/>
          <p:nvPr/>
        </p:nvSpPr>
        <p:spPr>
          <a:xfrm>
            <a:off x="1234857" y="1949700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4DE58DC1-C184-D759-3C4C-FC0494C0F411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4DBA1-1FAE-6B95-7239-6534EA8C66F9}"/>
              </a:ext>
            </a:extLst>
          </p:cNvPr>
          <p:cNvSpPr txBox="1"/>
          <p:nvPr/>
        </p:nvSpPr>
        <p:spPr>
          <a:xfrm>
            <a:off x="396196" y="691908"/>
            <a:ext cx="71600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Non-Functional Testing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Tests </a:t>
            </a:r>
            <a:r>
              <a:rPr lang="en-US" b="1" dirty="0"/>
              <a:t>performance, usability, reliability, and security</a:t>
            </a:r>
            <a:r>
              <a:rPr lang="en-US" dirty="0"/>
              <a:t> of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Checking how fast a website loads when many users access it.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0945E2-4CEA-7010-40AD-7FE989D76E52}"/>
              </a:ext>
            </a:extLst>
          </p:cNvPr>
          <p:cNvSpPr txBox="1"/>
          <p:nvPr/>
        </p:nvSpPr>
        <p:spPr>
          <a:xfrm>
            <a:off x="338817" y="1948074"/>
            <a:ext cx="8466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Security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Checks </a:t>
            </a:r>
            <a:r>
              <a:rPr lang="en-US" b="1" dirty="0"/>
              <a:t>application security and data protection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Testing authentication and authorization.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887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568</Words>
  <Application>Microsoft Office PowerPoint</Application>
  <PresentationFormat>On-screen Show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Wingdings</vt:lpstr>
      <vt:lpstr>DM Sans Medium</vt:lpstr>
      <vt:lpstr>DM Sans</vt:lpstr>
      <vt:lpstr>Arial</vt:lpstr>
      <vt:lpstr>DM Sans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4</cp:revision>
  <dcterms:modified xsi:type="dcterms:W3CDTF">2026-03-07T05:30:07Z</dcterms:modified>
</cp:coreProperties>
</file>