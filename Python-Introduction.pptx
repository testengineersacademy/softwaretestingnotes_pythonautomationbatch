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76" r:id="rId3"/>
    <p:sldId id="259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279" r:id="rId15"/>
  </p:sldIdLst>
  <p:sldSz cx="9144000" cy="5143500" type="screen16x9"/>
  <p:notesSz cx="6858000" cy="9144000"/>
  <p:embeddedFontLst>
    <p:embeddedFont>
      <p:font typeface="DM Sans" pitchFamily="2" charset="0"/>
      <p:regular r:id="rId17"/>
      <p:bold r:id="rId18"/>
      <p:italic r:id="rId19"/>
      <p:boldItalic r:id="rId20"/>
    </p:embeddedFont>
    <p:embeddedFont>
      <p:font typeface="DM Sans SemiBol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3B882A-F269-4DD6-9802-90A1C38A866C}" v="34" dt="2026-03-22T03:54:31.8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7" d="100"/>
          <a:sy n="117" d="100"/>
        </p:scale>
        <p:origin x="378" y="6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kamde06@outlook.com" userId="a3a4adbdec01cc1f" providerId="LiveId" clId="{13B4897D-0EA0-48BE-8D48-899A6FB373C0}"/>
    <pc:docChg chg="undo custSel addSld delSld modSld sldOrd">
      <pc:chgData name="nehakamde06@outlook.com" userId="a3a4adbdec01cc1f" providerId="LiveId" clId="{13B4897D-0EA0-48BE-8D48-899A6FB373C0}" dt="2026-03-22T04:03:25.613" v="4341" actId="2696"/>
      <pc:docMkLst>
        <pc:docMk/>
      </pc:docMkLst>
      <pc:sldChg chg="modSp add mod">
        <pc:chgData name="nehakamde06@outlook.com" userId="a3a4adbdec01cc1f" providerId="LiveId" clId="{13B4897D-0EA0-48BE-8D48-899A6FB373C0}" dt="2026-03-22T02:59:12.191" v="3337" actId="20577"/>
        <pc:sldMkLst>
          <pc:docMk/>
          <pc:sldMk cId="0" sldId="259"/>
        </pc:sldMkLst>
        <pc:spChg chg="mod">
          <ac:chgData name="nehakamde06@outlook.com" userId="a3a4adbdec01cc1f" providerId="LiveId" clId="{13B4897D-0EA0-48BE-8D48-899A6FB373C0}" dt="2026-03-22T02:55:44.508" v="3265" actId="20577"/>
          <ac:spMkLst>
            <pc:docMk/>
            <pc:sldMk cId="0" sldId="259"/>
            <ac:spMk id="80" creationId="{00000000-0000-0000-0000-000000000000}"/>
          </ac:spMkLst>
        </pc:spChg>
        <pc:spChg chg="mod">
          <ac:chgData name="nehakamde06@outlook.com" userId="a3a4adbdec01cc1f" providerId="LiveId" clId="{13B4897D-0EA0-48BE-8D48-899A6FB373C0}" dt="2026-03-22T02:59:12.191" v="3337" actId="20577"/>
          <ac:spMkLst>
            <pc:docMk/>
            <pc:sldMk cId="0" sldId="259"/>
            <ac:spMk id="81" creationId="{00000000-0000-0000-0000-000000000000}"/>
          </ac:spMkLst>
        </pc:spChg>
      </pc:sldChg>
      <pc:sldChg chg="modSp mod">
        <pc:chgData name="nehakamde06@outlook.com" userId="a3a4adbdec01cc1f" providerId="LiveId" clId="{13B4897D-0EA0-48BE-8D48-899A6FB373C0}" dt="2026-03-22T02:55:35.979" v="3256" actId="20577"/>
        <pc:sldMkLst>
          <pc:docMk/>
          <pc:sldMk cId="0" sldId="276"/>
        </pc:sldMkLst>
        <pc:spChg chg="mod">
          <ac:chgData name="nehakamde06@outlook.com" userId="a3a4adbdec01cc1f" providerId="LiveId" clId="{13B4897D-0EA0-48BE-8D48-899A6FB373C0}" dt="2026-03-22T02:55:35.979" v="3256" actId="20577"/>
          <ac:spMkLst>
            <pc:docMk/>
            <pc:sldMk cId="0" sldId="276"/>
            <ac:spMk id="231" creationId="{00000000-0000-0000-0000-000000000000}"/>
          </ac:spMkLst>
        </pc:spChg>
      </pc:sldChg>
      <pc:sldChg chg="del">
        <pc:chgData name="nehakamde06@outlook.com" userId="a3a4adbdec01cc1f" providerId="LiveId" clId="{13B4897D-0EA0-48BE-8D48-899A6FB373C0}" dt="2026-03-21T00:34:19.151" v="27" actId="2696"/>
        <pc:sldMkLst>
          <pc:docMk/>
          <pc:sldMk cId="3647055201" sldId="278"/>
        </pc:sldMkLst>
      </pc:sldChg>
      <pc:sldChg chg="modSp add del mod">
        <pc:chgData name="nehakamde06@outlook.com" userId="a3a4adbdec01cc1f" providerId="LiveId" clId="{13B4897D-0EA0-48BE-8D48-899A6FB373C0}" dt="2026-03-22T02:59:48.327" v="3339" actId="47"/>
        <pc:sldMkLst>
          <pc:docMk/>
          <pc:sldMk cId="285188898" sldId="280"/>
        </pc:sldMkLst>
        <pc:spChg chg="mod">
          <ac:chgData name="nehakamde06@outlook.com" userId="a3a4adbdec01cc1f" providerId="LiveId" clId="{13B4897D-0EA0-48BE-8D48-899A6FB373C0}" dt="2026-03-21T00:40:51.315" v="73" actId="20577"/>
          <ac:spMkLst>
            <pc:docMk/>
            <pc:sldMk cId="285188898" sldId="280"/>
            <ac:spMk id="80" creationId="{DA37C46A-0E7B-FCE3-4DD9-175A87247C0E}"/>
          </ac:spMkLst>
        </pc:spChg>
        <pc:spChg chg="mod">
          <ac:chgData name="nehakamde06@outlook.com" userId="a3a4adbdec01cc1f" providerId="LiveId" clId="{13B4897D-0EA0-48BE-8D48-899A6FB373C0}" dt="2026-03-21T00:57:02.112" v="169" actId="20577"/>
          <ac:spMkLst>
            <pc:docMk/>
            <pc:sldMk cId="285188898" sldId="280"/>
            <ac:spMk id="81" creationId="{FA6DC63C-D268-B94E-BF15-D22904C72F12}"/>
          </ac:spMkLst>
        </pc:spChg>
      </pc:sldChg>
      <pc:sldChg chg="modSp add del mod">
        <pc:chgData name="nehakamde06@outlook.com" userId="a3a4adbdec01cc1f" providerId="LiveId" clId="{13B4897D-0EA0-48BE-8D48-899A6FB373C0}" dt="2026-03-22T02:59:48.327" v="3339" actId="47"/>
        <pc:sldMkLst>
          <pc:docMk/>
          <pc:sldMk cId="2210130824" sldId="281"/>
        </pc:sldMkLst>
        <pc:spChg chg="mod">
          <ac:chgData name="nehakamde06@outlook.com" userId="a3a4adbdec01cc1f" providerId="LiveId" clId="{13B4897D-0EA0-48BE-8D48-899A6FB373C0}" dt="2026-03-21T00:57:50.124" v="181" actId="20577"/>
          <ac:spMkLst>
            <pc:docMk/>
            <pc:sldMk cId="2210130824" sldId="281"/>
            <ac:spMk id="80" creationId="{18CB485A-C5FE-0AD6-1636-34FFCCF754A0}"/>
          </ac:spMkLst>
        </pc:spChg>
        <pc:spChg chg="mod">
          <ac:chgData name="nehakamde06@outlook.com" userId="a3a4adbdec01cc1f" providerId="LiveId" clId="{13B4897D-0EA0-48BE-8D48-899A6FB373C0}" dt="2026-03-21T01:02:58.382" v="346" actId="20577"/>
          <ac:spMkLst>
            <pc:docMk/>
            <pc:sldMk cId="2210130824" sldId="281"/>
            <ac:spMk id="81" creationId="{D0BF34C2-A4EE-9171-3A32-DC8BB555422E}"/>
          </ac:spMkLst>
        </pc:spChg>
      </pc:sldChg>
      <pc:sldChg chg="del">
        <pc:chgData name="nehakamde06@outlook.com" userId="a3a4adbdec01cc1f" providerId="LiveId" clId="{13B4897D-0EA0-48BE-8D48-899A6FB373C0}" dt="2026-03-21T00:35:18.847" v="29" actId="2696"/>
        <pc:sldMkLst>
          <pc:docMk/>
          <pc:sldMk cId="3669270028" sldId="281"/>
        </pc:sldMkLst>
      </pc:sldChg>
      <pc:sldChg chg="del">
        <pc:chgData name="nehakamde06@outlook.com" userId="a3a4adbdec01cc1f" providerId="LiveId" clId="{13B4897D-0EA0-48BE-8D48-899A6FB373C0}" dt="2026-03-21T00:35:21.316" v="30" actId="2696"/>
        <pc:sldMkLst>
          <pc:docMk/>
          <pc:sldMk cId="2482919174" sldId="282"/>
        </pc:sldMkLst>
      </pc:sldChg>
      <pc:sldChg chg="modSp add del mod">
        <pc:chgData name="nehakamde06@outlook.com" userId="a3a4adbdec01cc1f" providerId="LiveId" clId="{13B4897D-0EA0-48BE-8D48-899A6FB373C0}" dt="2026-03-22T02:59:48.327" v="3339" actId="47"/>
        <pc:sldMkLst>
          <pc:docMk/>
          <pc:sldMk cId="2955044254" sldId="282"/>
        </pc:sldMkLst>
        <pc:spChg chg="mod">
          <ac:chgData name="nehakamde06@outlook.com" userId="a3a4adbdec01cc1f" providerId="LiveId" clId="{13B4897D-0EA0-48BE-8D48-899A6FB373C0}" dt="2026-03-21T01:03:21.008" v="364" actId="20577"/>
          <ac:spMkLst>
            <pc:docMk/>
            <pc:sldMk cId="2955044254" sldId="282"/>
            <ac:spMk id="80" creationId="{265809E6-90A3-B815-9B04-7078C94F7A5D}"/>
          </ac:spMkLst>
        </pc:spChg>
        <pc:spChg chg="mod">
          <ac:chgData name="nehakamde06@outlook.com" userId="a3a4adbdec01cc1f" providerId="LiveId" clId="{13B4897D-0EA0-48BE-8D48-899A6FB373C0}" dt="2026-03-21T01:06:31.250" v="567" actId="20577"/>
          <ac:spMkLst>
            <pc:docMk/>
            <pc:sldMk cId="2955044254" sldId="282"/>
            <ac:spMk id="81" creationId="{05528F16-3A05-B874-B134-1F768BAC80D5}"/>
          </ac:spMkLst>
        </pc:spChg>
      </pc:sldChg>
      <pc:sldChg chg="modSp add del mod">
        <pc:chgData name="nehakamde06@outlook.com" userId="a3a4adbdec01cc1f" providerId="LiveId" clId="{13B4897D-0EA0-48BE-8D48-899A6FB373C0}" dt="2026-03-22T02:59:48.327" v="3339" actId="47"/>
        <pc:sldMkLst>
          <pc:docMk/>
          <pc:sldMk cId="551060973" sldId="283"/>
        </pc:sldMkLst>
        <pc:spChg chg="mod">
          <ac:chgData name="nehakamde06@outlook.com" userId="a3a4adbdec01cc1f" providerId="LiveId" clId="{13B4897D-0EA0-48BE-8D48-899A6FB373C0}" dt="2026-03-21T01:07:19.786" v="582" actId="20577"/>
          <ac:spMkLst>
            <pc:docMk/>
            <pc:sldMk cId="551060973" sldId="283"/>
            <ac:spMk id="80" creationId="{6A3B266D-80E9-A0CB-167C-E9A323B855DA}"/>
          </ac:spMkLst>
        </pc:spChg>
        <pc:spChg chg="mod">
          <ac:chgData name="nehakamde06@outlook.com" userId="a3a4adbdec01cc1f" providerId="LiveId" clId="{13B4897D-0EA0-48BE-8D48-899A6FB373C0}" dt="2026-03-21T01:11:26.336" v="839" actId="20577"/>
          <ac:spMkLst>
            <pc:docMk/>
            <pc:sldMk cId="551060973" sldId="283"/>
            <ac:spMk id="81" creationId="{512F70E1-C747-E5D6-DE2D-771070DFFB9E}"/>
          </ac:spMkLst>
        </pc:spChg>
      </pc:sldChg>
      <pc:sldChg chg="modSp add del mod">
        <pc:chgData name="nehakamde06@outlook.com" userId="a3a4adbdec01cc1f" providerId="LiveId" clId="{13B4897D-0EA0-48BE-8D48-899A6FB373C0}" dt="2026-03-22T02:59:48.327" v="3339" actId="47"/>
        <pc:sldMkLst>
          <pc:docMk/>
          <pc:sldMk cId="875939773" sldId="284"/>
        </pc:sldMkLst>
        <pc:spChg chg="mod">
          <ac:chgData name="nehakamde06@outlook.com" userId="a3a4adbdec01cc1f" providerId="LiveId" clId="{13B4897D-0EA0-48BE-8D48-899A6FB373C0}" dt="2026-03-21T01:14:44.536" v="870" actId="20577"/>
          <ac:spMkLst>
            <pc:docMk/>
            <pc:sldMk cId="875939773" sldId="284"/>
            <ac:spMk id="80" creationId="{3FE7F9E7-68A5-3473-6E60-4A56B52706FC}"/>
          </ac:spMkLst>
        </pc:spChg>
        <pc:spChg chg="mod">
          <ac:chgData name="nehakamde06@outlook.com" userId="a3a4adbdec01cc1f" providerId="LiveId" clId="{13B4897D-0EA0-48BE-8D48-899A6FB373C0}" dt="2026-03-21T01:26:48.367" v="1699" actId="207"/>
          <ac:spMkLst>
            <pc:docMk/>
            <pc:sldMk cId="875939773" sldId="284"/>
            <ac:spMk id="81" creationId="{361BAD5C-0C39-A000-B5A9-3A8CAE2F618F}"/>
          </ac:spMkLst>
        </pc:spChg>
      </pc:sldChg>
      <pc:sldChg chg="modSp add del mod">
        <pc:chgData name="nehakamde06@outlook.com" userId="a3a4adbdec01cc1f" providerId="LiveId" clId="{13B4897D-0EA0-48BE-8D48-899A6FB373C0}" dt="2026-03-22T02:59:48.327" v="3339" actId="47"/>
        <pc:sldMkLst>
          <pc:docMk/>
          <pc:sldMk cId="2302053622" sldId="285"/>
        </pc:sldMkLst>
        <pc:spChg chg="mod">
          <ac:chgData name="nehakamde06@outlook.com" userId="a3a4adbdec01cc1f" providerId="LiveId" clId="{13B4897D-0EA0-48BE-8D48-899A6FB373C0}" dt="2026-03-21T01:19:06.423" v="1177" actId="6549"/>
          <ac:spMkLst>
            <pc:docMk/>
            <pc:sldMk cId="2302053622" sldId="285"/>
            <ac:spMk id="80" creationId="{7E54323E-5C43-248D-9460-EFB25BED6380}"/>
          </ac:spMkLst>
        </pc:spChg>
        <pc:spChg chg="mod">
          <ac:chgData name="nehakamde06@outlook.com" userId="a3a4adbdec01cc1f" providerId="LiveId" clId="{13B4897D-0EA0-48BE-8D48-899A6FB373C0}" dt="2026-03-21T01:21:52.376" v="1379" actId="207"/>
          <ac:spMkLst>
            <pc:docMk/>
            <pc:sldMk cId="2302053622" sldId="285"/>
            <ac:spMk id="81" creationId="{B2817847-49BF-F3B8-278D-0D44E9806DE1}"/>
          </ac:spMkLst>
        </pc:spChg>
      </pc:sldChg>
      <pc:sldChg chg="modSp add del mod ord">
        <pc:chgData name="nehakamde06@outlook.com" userId="a3a4adbdec01cc1f" providerId="LiveId" clId="{13B4897D-0EA0-48BE-8D48-899A6FB373C0}" dt="2026-03-22T02:59:48.327" v="3339" actId="47"/>
        <pc:sldMkLst>
          <pc:docMk/>
          <pc:sldMk cId="4078133651" sldId="286"/>
        </pc:sldMkLst>
        <pc:spChg chg="mod">
          <ac:chgData name="nehakamde06@outlook.com" userId="a3a4adbdec01cc1f" providerId="LiveId" clId="{13B4897D-0EA0-48BE-8D48-899A6FB373C0}" dt="2026-03-21T01:22:46.973" v="1403" actId="20577"/>
          <ac:spMkLst>
            <pc:docMk/>
            <pc:sldMk cId="4078133651" sldId="286"/>
            <ac:spMk id="80" creationId="{DB27BECB-07BB-9EED-6513-067C217391E2}"/>
          </ac:spMkLst>
        </pc:spChg>
        <pc:spChg chg="mod">
          <ac:chgData name="nehakamde06@outlook.com" userId="a3a4adbdec01cc1f" providerId="LiveId" clId="{13B4897D-0EA0-48BE-8D48-899A6FB373C0}" dt="2026-03-21T01:26:17.665" v="1689" actId="313"/>
          <ac:spMkLst>
            <pc:docMk/>
            <pc:sldMk cId="4078133651" sldId="286"/>
            <ac:spMk id="81" creationId="{BCAE8743-A143-E64F-5826-36506D6FFBF8}"/>
          </ac:spMkLst>
        </pc:spChg>
      </pc:sldChg>
      <pc:sldChg chg="modSp add del mod">
        <pc:chgData name="nehakamde06@outlook.com" userId="a3a4adbdec01cc1f" providerId="LiveId" clId="{13B4897D-0EA0-48BE-8D48-899A6FB373C0}" dt="2026-03-22T02:59:48.327" v="3339" actId="47"/>
        <pc:sldMkLst>
          <pc:docMk/>
          <pc:sldMk cId="3617149386" sldId="287"/>
        </pc:sldMkLst>
        <pc:spChg chg="mod">
          <ac:chgData name="nehakamde06@outlook.com" userId="a3a4adbdec01cc1f" providerId="LiveId" clId="{13B4897D-0EA0-48BE-8D48-899A6FB373C0}" dt="2026-03-21T01:27:35.582" v="1724" actId="20577"/>
          <ac:spMkLst>
            <pc:docMk/>
            <pc:sldMk cId="3617149386" sldId="287"/>
            <ac:spMk id="80" creationId="{A60F0746-1315-2E02-5216-AFF5B22439ED}"/>
          </ac:spMkLst>
        </pc:spChg>
        <pc:spChg chg="mod">
          <ac:chgData name="nehakamde06@outlook.com" userId="a3a4adbdec01cc1f" providerId="LiveId" clId="{13B4897D-0EA0-48BE-8D48-899A6FB373C0}" dt="2026-03-21T01:29:06.498" v="1891" actId="6549"/>
          <ac:spMkLst>
            <pc:docMk/>
            <pc:sldMk cId="3617149386" sldId="287"/>
            <ac:spMk id="81" creationId="{968C7DB0-17FA-6CC6-92F6-50098EEB6E53}"/>
          </ac:spMkLst>
        </pc:spChg>
      </pc:sldChg>
      <pc:sldChg chg="modSp add del mod ord">
        <pc:chgData name="nehakamde06@outlook.com" userId="a3a4adbdec01cc1f" providerId="LiveId" clId="{13B4897D-0EA0-48BE-8D48-899A6FB373C0}" dt="2026-03-22T02:59:48.327" v="3339" actId="47"/>
        <pc:sldMkLst>
          <pc:docMk/>
          <pc:sldMk cId="2660335791" sldId="288"/>
        </pc:sldMkLst>
        <pc:spChg chg="mod">
          <ac:chgData name="nehakamde06@outlook.com" userId="a3a4adbdec01cc1f" providerId="LiveId" clId="{13B4897D-0EA0-48BE-8D48-899A6FB373C0}" dt="2026-03-21T01:37:07.140" v="2249" actId="20577"/>
          <ac:spMkLst>
            <pc:docMk/>
            <pc:sldMk cId="2660335791" sldId="288"/>
            <ac:spMk id="80" creationId="{2FADC495-E4EE-835E-35BB-1BFA21E85D4D}"/>
          </ac:spMkLst>
        </pc:spChg>
        <pc:spChg chg="mod">
          <ac:chgData name="nehakamde06@outlook.com" userId="a3a4adbdec01cc1f" providerId="LiveId" clId="{13B4897D-0EA0-48BE-8D48-899A6FB373C0}" dt="2026-03-21T01:43:24.624" v="2584" actId="20577"/>
          <ac:spMkLst>
            <pc:docMk/>
            <pc:sldMk cId="2660335791" sldId="288"/>
            <ac:spMk id="81" creationId="{37A3DCEE-29C5-95CE-EE14-EF64DA92E755}"/>
          </ac:spMkLst>
        </pc:spChg>
      </pc:sldChg>
      <pc:sldChg chg="addSp modSp add del mod">
        <pc:chgData name="nehakamde06@outlook.com" userId="a3a4adbdec01cc1f" providerId="LiveId" clId="{13B4897D-0EA0-48BE-8D48-899A6FB373C0}" dt="2026-03-22T02:59:48.327" v="3339" actId="47"/>
        <pc:sldMkLst>
          <pc:docMk/>
          <pc:sldMk cId="4198135392" sldId="289"/>
        </pc:sldMkLst>
        <pc:spChg chg="mod">
          <ac:chgData name="nehakamde06@outlook.com" userId="a3a4adbdec01cc1f" providerId="LiveId" clId="{13B4897D-0EA0-48BE-8D48-899A6FB373C0}" dt="2026-03-21T01:35:18.221" v="2229" actId="20577"/>
          <ac:spMkLst>
            <pc:docMk/>
            <pc:sldMk cId="4198135392" sldId="289"/>
            <ac:spMk id="80" creationId="{B90619E8-8506-3962-2FAE-03F6CF9E4A6B}"/>
          </ac:spMkLst>
        </pc:spChg>
        <pc:spChg chg="mod">
          <ac:chgData name="nehakamde06@outlook.com" userId="a3a4adbdec01cc1f" providerId="LiveId" clId="{13B4897D-0EA0-48BE-8D48-899A6FB373C0}" dt="2026-03-21T01:36:16.938" v="2230" actId="6549"/>
          <ac:spMkLst>
            <pc:docMk/>
            <pc:sldMk cId="4198135392" sldId="289"/>
            <ac:spMk id="81" creationId="{E0BE4A9F-04E3-AA02-B72D-194572D0069F}"/>
          </ac:spMkLst>
        </pc:spChg>
        <pc:picChg chg="add mod">
          <ac:chgData name="nehakamde06@outlook.com" userId="a3a4adbdec01cc1f" providerId="LiveId" clId="{13B4897D-0EA0-48BE-8D48-899A6FB373C0}" dt="2026-03-21T01:36:29.843" v="2234" actId="1076"/>
          <ac:picMkLst>
            <pc:docMk/>
            <pc:sldMk cId="4198135392" sldId="289"/>
            <ac:picMk id="3" creationId="{D1CB2F30-ADAD-6DF1-4238-E70CAAD262D5}"/>
          </ac:picMkLst>
        </pc:picChg>
      </pc:sldChg>
      <pc:sldChg chg="add del">
        <pc:chgData name="nehakamde06@outlook.com" userId="a3a4adbdec01cc1f" providerId="LiveId" clId="{13B4897D-0EA0-48BE-8D48-899A6FB373C0}" dt="2026-03-22T02:59:48.327" v="3339" actId="47"/>
        <pc:sldMkLst>
          <pc:docMk/>
          <pc:sldMk cId="2297451824" sldId="290"/>
        </pc:sldMkLst>
      </pc:sldChg>
      <pc:sldChg chg="modSp add del mod">
        <pc:chgData name="nehakamde06@outlook.com" userId="a3a4adbdec01cc1f" providerId="LiveId" clId="{13B4897D-0EA0-48BE-8D48-899A6FB373C0}" dt="2026-03-22T02:59:48.327" v="3339" actId="47"/>
        <pc:sldMkLst>
          <pc:docMk/>
          <pc:sldMk cId="598575260" sldId="291"/>
        </pc:sldMkLst>
        <pc:spChg chg="mod">
          <ac:chgData name="nehakamde06@outlook.com" userId="a3a4adbdec01cc1f" providerId="LiveId" clId="{13B4897D-0EA0-48BE-8D48-899A6FB373C0}" dt="2026-03-21T01:44:04.155" v="2609" actId="20577"/>
          <ac:spMkLst>
            <pc:docMk/>
            <pc:sldMk cId="598575260" sldId="291"/>
            <ac:spMk id="80" creationId="{FC33AB9E-26D6-9EED-5948-C0C6BDE2C2AA}"/>
          </ac:spMkLst>
        </pc:spChg>
        <pc:spChg chg="mod">
          <ac:chgData name="nehakamde06@outlook.com" userId="a3a4adbdec01cc1f" providerId="LiveId" clId="{13B4897D-0EA0-48BE-8D48-899A6FB373C0}" dt="2026-03-21T01:46:14.672" v="2773" actId="20577"/>
          <ac:spMkLst>
            <pc:docMk/>
            <pc:sldMk cId="598575260" sldId="291"/>
            <ac:spMk id="81" creationId="{5DB98685-7F78-773A-2F84-C4A0312EDACE}"/>
          </ac:spMkLst>
        </pc:spChg>
      </pc:sldChg>
      <pc:sldChg chg="modSp add del mod">
        <pc:chgData name="nehakamde06@outlook.com" userId="a3a4adbdec01cc1f" providerId="LiveId" clId="{13B4897D-0EA0-48BE-8D48-899A6FB373C0}" dt="2026-03-22T02:59:48.327" v="3339" actId="47"/>
        <pc:sldMkLst>
          <pc:docMk/>
          <pc:sldMk cId="2594816334" sldId="292"/>
        </pc:sldMkLst>
        <pc:spChg chg="mod">
          <ac:chgData name="nehakamde06@outlook.com" userId="a3a4adbdec01cc1f" providerId="LiveId" clId="{13B4897D-0EA0-48BE-8D48-899A6FB373C0}" dt="2026-03-21T01:47:05.156" v="2797" actId="20577"/>
          <ac:spMkLst>
            <pc:docMk/>
            <pc:sldMk cId="2594816334" sldId="292"/>
            <ac:spMk id="80" creationId="{9E4A9CA6-C4FB-9A23-6199-AC353BFC55F6}"/>
          </ac:spMkLst>
        </pc:spChg>
        <pc:spChg chg="mod">
          <ac:chgData name="nehakamde06@outlook.com" userId="a3a4adbdec01cc1f" providerId="LiveId" clId="{13B4897D-0EA0-48BE-8D48-899A6FB373C0}" dt="2026-03-21T01:48:41.462" v="3051" actId="12"/>
          <ac:spMkLst>
            <pc:docMk/>
            <pc:sldMk cId="2594816334" sldId="292"/>
            <ac:spMk id="81" creationId="{9EE85985-812B-EF5B-8931-57F5793B367F}"/>
          </ac:spMkLst>
        </pc:spChg>
      </pc:sldChg>
      <pc:sldChg chg="modSp add del mod">
        <pc:chgData name="nehakamde06@outlook.com" userId="a3a4adbdec01cc1f" providerId="LiveId" clId="{13B4897D-0EA0-48BE-8D48-899A6FB373C0}" dt="2026-03-22T02:59:48.327" v="3339" actId="47"/>
        <pc:sldMkLst>
          <pc:docMk/>
          <pc:sldMk cId="3264632563" sldId="293"/>
        </pc:sldMkLst>
        <pc:spChg chg="mod">
          <ac:chgData name="nehakamde06@outlook.com" userId="a3a4adbdec01cc1f" providerId="LiveId" clId="{13B4897D-0EA0-48BE-8D48-899A6FB373C0}" dt="2026-03-21T01:50:37.282" v="3071" actId="20577"/>
          <ac:spMkLst>
            <pc:docMk/>
            <pc:sldMk cId="3264632563" sldId="293"/>
            <ac:spMk id="80" creationId="{4A3C0C4E-831F-9E5A-E70E-E63F08A61615}"/>
          </ac:spMkLst>
        </pc:spChg>
        <pc:spChg chg="mod">
          <ac:chgData name="nehakamde06@outlook.com" userId="a3a4adbdec01cc1f" providerId="LiveId" clId="{13B4897D-0EA0-48BE-8D48-899A6FB373C0}" dt="2026-03-21T01:52:05.342" v="3224" actId="20577"/>
          <ac:spMkLst>
            <pc:docMk/>
            <pc:sldMk cId="3264632563" sldId="293"/>
            <ac:spMk id="81" creationId="{65C7661F-00A1-2330-B5A2-5B02943E7468}"/>
          </ac:spMkLst>
        </pc:spChg>
      </pc:sldChg>
      <pc:sldChg chg="modSp add mod">
        <pc:chgData name="nehakamde06@outlook.com" userId="a3a4adbdec01cc1f" providerId="LiveId" clId="{13B4897D-0EA0-48BE-8D48-899A6FB373C0}" dt="2026-03-22T03:00:29.929" v="3351" actId="12"/>
        <pc:sldMkLst>
          <pc:docMk/>
          <pc:sldMk cId="1579606514" sldId="294"/>
        </pc:sldMkLst>
        <pc:spChg chg="mod">
          <ac:chgData name="nehakamde06@outlook.com" userId="a3a4adbdec01cc1f" providerId="LiveId" clId="{13B4897D-0EA0-48BE-8D48-899A6FB373C0}" dt="2026-03-22T03:00:29.929" v="3351" actId="12"/>
          <ac:spMkLst>
            <pc:docMk/>
            <pc:sldMk cId="1579606514" sldId="294"/>
            <ac:spMk id="81" creationId="{6CDFC4BB-6CE3-182F-A83A-3E2FA362CDBF}"/>
          </ac:spMkLst>
        </pc:spChg>
      </pc:sldChg>
      <pc:sldChg chg="new del">
        <pc:chgData name="nehakamde06@outlook.com" userId="a3a4adbdec01cc1f" providerId="LiveId" clId="{13B4897D-0EA0-48BE-8D48-899A6FB373C0}" dt="2026-03-22T03:01:09.818" v="3353" actId="680"/>
        <pc:sldMkLst>
          <pc:docMk/>
          <pc:sldMk cId="1588407842" sldId="295"/>
        </pc:sldMkLst>
      </pc:sldChg>
      <pc:sldChg chg="modSp add mod">
        <pc:chgData name="nehakamde06@outlook.com" userId="a3a4adbdec01cc1f" providerId="LiveId" clId="{13B4897D-0EA0-48BE-8D48-899A6FB373C0}" dt="2026-03-22T03:01:47.363" v="3379" actId="1076"/>
        <pc:sldMkLst>
          <pc:docMk/>
          <pc:sldMk cId="1601312770" sldId="295"/>
        </pc:sldMkLst>
        <pc:spChg chg="mod">
          <ac:chgData name="nehakamde06@outlook.com" userId="a3a4adbdec01cc1f" providerId="LiveId" clId="{13B4897D-0EA0-48BE-8D48-899A6FB373C0}" dt="2026-03-22T03:01:47.363" v="3379" actId="1076"/>
          <ac:spMkLst>
            <pc:docMk/>
            <pc:sldMk cId="1601312770" sldId="295"/>
            <ac:spMk id="80" creationId="{98307551-2F90-F665-35E7-7E7792203973}"/>
          </ac:spMkLst>
        </pc:spChg>
        <pc:spChg chg="mod">
          <ac:chgData name="nehakamde06@outlook.com" userId="a3a4adbdec01cc1f" providerId="LiveId" clId="{13B4897D-0EA0-48BE-8D48-899A6FB373C0}" dt="2026-03-22T03:01:17.825" v="3355" actId="6549"/>
          <ac:spMkLst>
            <pc:docMk/>
            <pc:sldMk cId="1601312770" sldId="295"/>
            <ac:spMk id="81" creationId="{08F3D2DC-3291-F673-4010-16FD341C31F1}"/>
          </ac:spMkLst>
        </pc:spChg>
      </pc:sldChg>
      <pc:sldChg chg="addSp delSp modSp add mod ord">
        <pc:chgData name="nehakamde06@outlook.com" userId="a3a4adbdec01cc1f" providerId="LiveId" clId="{13B4897D-0EA0-48BE-8D48-899A6FB373C0}" dt="2026-03-22T03:09:02.398" v="3474" actId="5793"/>
        <pc:sldMkLst>
          <pc:docMk/>
          <pc:sldMk cId="3707737003" sldId="296"/>
        </pc:sldMkLst>
        <pc:spChg chg="add mod">
          <ac:chgData name="nehakamde06@outlook.com" userId="a3a4adbdec01cc1f" providerId="LiveId" clId="{13B4897D-0EA0-48BE-8D48-899A6FB373C0}" dt="2026-03-22T03:09:02.398" v="3474" actId="5793"/>
          <ac:spMkLst>
            <pc:docMk/>
            <pc:sldMk cId="3707737003" sldId="296"/>
            <ac:spMk id="2" creationId="{EF363657-0271-A2A7-6DDC-8C914AB1F871}"/>
          </ac:spMkLst>
        </pc:spChg>
        <pc:spChg chg="mod">
          <ac:chgData name="nehakamde06@outlook.com" userId="a3a4adbdec01cc1f" providerId="LiveId" clId="{13B4897D-0EA0-48BE-8D48-899A6FB373C0}" dt="2026-03-22T03:03:51.272" v="3413" actId="20577"/>
          <ac:spMkLst>
            <pc:docMk/>
            <pc:sldMk cId="3707737003" sldId="296"/>
            <ac:spMk id="80" creationId="{8748CC2D-D6F7-F25D-9907-42802068C161}"/>
          </ac:spMkLst>
        </pc:spChg>
        <pc:spChg chg="del mod">
          <ac:chgData name="nehakamde06@outlook.com" userId="a3a4adbdec01cc1f" providerId="LiveId" clId="{13B4897D-0EA0-48BE-8D48-899A6FB373C0}" dt="2026-03-22T03:06:18.478" v="3439" actId="478"/>
          <ac:spMkLst>
            <pc:docMk/>
            <pc:sldMk cId="3707737003" sldId="296"/>
            <ac:spMk id="81" creationId="{B137F248-4646-D1C7-8979-29AA6EC49D33}"/>
          </ac:spMkLst>
        </pc:spChg>
      </pc:sldChg>
      <pc:sldChg chg="addSp delSp modSp add mod">
        <pc:chgData name="nehakamde06@outlook.com" userId="a3a4adbdec01cc1f" providerId="LiveId" clId="{13B4897D-0EA0-48BE-8D48-899A6FB373C0}" dt="2026-03-22T03:18:13.376" v="3721" actId="20577"/>
        <pc:sldMkLst>
          <pc:docMk/>
          <pc:sldMk cId="3107736740" sldId="297"/>
        </pc:sldMkLst>
        <pc:spChg chg="mod">
          <ac:chgData name="nehakamde06@outlook.com" userId="a3a4adbdec01cc1f" providerId="LiveId" clId="{13B4897D-0EA0-48BE-8D48-899A6FB373C0}" dt="2026-03-22T03:18:13.376" v="3721" actId="20577"/>
          <ac:spMkLst>
            <pc:docMk/>
            <pc:sldMk cId="3107736740" sldId="297"/>
            <ac:spMk id="2" creationId="{712DDB9A-04A8-F59E-9F9D-C1AFAAA05635}"/>
          </ac:spMkLst>
        </pc:spChg>
        <pc:spChg chg="mod">
          <ac:chgData name="nehakamde06@outlook.com" userId="a3a4adbdec01cc1f" providerId="LiveId" clId="{13B4897D-0EA0-48BE-8D48-899A6FB373C0}" dt="2026-03-22T03:11:01.076" v="3557" actId="20577"/>
          <ac:spMkLst>
            <pc:docMk/>
            <pc:sldMk cId="3107736740" sldId="297"/>
            <ac:spMk id="80" creationId="{96E41132-4919-A7D4-EE2D-5226D7EB972C}"/>
          </ac:spMkLst>
        </pc:spChg>
        <pc:graphicFrameChg chg="add del">
          <ac:chgData name="nehakamde06@outlook.com" userId="a3a4adbdec01cc1f" providerId="LiveId" clId="{13B4897D-0EA0-48BE-8D48-899A6FB373C0}" dt="2026-03-22T03:17:30.681" v="3717" actId="3680"/>
          <ac:graphicFrameMkLst>
            <pc:docMk/>
            <pc:sldMk cId="3107736740" sldId="297"/>
            <ac:graphicFrameMk id="3" creationId="{E227896B-4918-BBCF-D377-9BC64F636B91}"/>
          </ac:graphicFrameMkLst>
        </pc:graphicFrameChg>
      </pc:sldChg>
      <pc:sldChg chg="modSp add mod ord">
        <pc:chgData name="nehakamde06@outlook.com" userId="a3a4adbdec01cc1f" providerId="LiveId" clId="{13B4897D-0EA0-48BE-8D48-899A6FB373C0}" dt="2026-03-22T03:24:02.193" v="3780" actId="20577"/>
        <pc:sldMkLst>
          <pc:docMk/>
          <pc:sldMk cId="1741899043" sldId="298"/>
        </pc:sldMkLst>
        <pc:spChg chg="mod">
          <ac:chgData name="nehakamde06@outlook.com" userId="a3a4adbdec01cc1f" providerId="LiveId" clId="{13B4897D-0EA0-48BE-8D48-899A6FB373C0}" dt="2026-03-22T03:24:02.193" v="3780" actId="20577"/>
          <ac:spMkLst>
            <pc:docMk/>
            <pc:sldMk cId="1741899043" sldId="298"/>
            <ac:spMk id="2" creationId="{481A4B74-A129-D710-8842-D54E635D62B6}"/>
          </ac:spMkLst>
        </pc:spChg>
      </pc:sldChg>
      <pc:sldChg chg="modSp add mod">
        <pc:chgData name="nehakamde06@outlook.com" userId="a3a4adbdec01cc1f" providerId="LiveId" clId="{13B4897D-0EA0-48BE-8D48-899A6FB373C0}" dt="2026-03-22T03:27:34.959" v="3941" actId="207"/>
        <pc:sldMkLst>
          <pc:docMk/>
          <pc:sldMk cId="2017060137" sldId="299"/>
        </pc:sldMkLst>
        <pc:spChg chg="mod">
          <ac:chgData name="nehakamde06@outlook.com" userId="a3a4adbdec01cc1f" providerId="LiveId" clId="{13B4897D-0EA0-48BE-8D48-899A6FB373C0}" dt="2026-03-22T03:27:34.959" v="3941" actId="207"/>
          <ac:spMkLst>
            <pc:docMk/>
            <pc:sldMk cId="2017060137" sldId="299"/>
            <ac:spMk id="2" creationId="{817C1815-8311-51D7-AA8B-34C1078B4564}"/>
          </ac:spMkLst>
        </pc:spChg>
        <pc:spChg chg="mod">
          <ac:chgData name="nehakamde06@outlook.com" userId="a3a4adbdec01cc1f" providerId="LiveId" clId="{13B4897D-0EA0-48BE-8D48-899A6FB373C0}" dt="2026-03-22T03:24:42.412" v="3795" actId="20577"/>
          <ac:spMkLst>
            <pc:docMk/>
            <pc:sldMk cId="2017060137" sldId="299"/>
            <ac:spMk id="80" creationId="{89A4877B-A731-B4ED-D27A-E2A536B67A4C}"/>
          </ac:spMkLst>
        </pc:spChg>
      </pc:sldChg>
      <pc:sldChg chg="modSp add mod ord">
        <pc:chgData name="nehakamde06@outlook.com" userId="a3a4adbdec01cc1f" providerId="LiveId" clId="{13B4897D-0EA0-48BE-8D48-899A6FB373C0}" dt="2026-03-22T03:48:22.160" v="4217" actId="20577"/>
        <pc:sldMkLst>
          <pc:docMk/>
          <pc:sldMk cId="102103485" sldId="300"/>
        </pc:sldMkLst>
        <pc:spChg chg="mod">
          <ac:chgData name="nehakamde06@outlook.com" userId="a3a4adbdec01cc1f" providerId="LiveId" clId="{13B4897D-0EA0-48BE-8D48-899A6FB373C0}" dt="2026-03-22T03:48:22.160" v="4217" actId="20577"/>
          <ac:spMkLst>
            <pc:docMk/>
            <pc:sldMk cId="102103485" sldId="300"/>
            <ac:spMk id="2" creationId="{59ABDF09-5974-F630-007A-01556A8115F3}"/>
          </ac:spMkLst>
        </pc:spChg>
        <pc:spChg chg="mod">
          <ac:chgData name="nehakamde06@outlook.com" userId="a3a4adbdec01cc1f" providerId="LiveId" clId="{13B4897D-0EA0-48BE-8D48-899A6FB373C0}" dt="2026-03-22T03:29:36.040" v="3971" actId="20577"/>
          <ac:spMkLst>
            <pc:docMk/>
            <pc:sldMk cId="102103485" sldId="300"/>
            <ac:spMk id="80" creationId="{3FDF5EBD-A520-937E-A3E8-1930BEC62E39}"/>
          </ac:spMkLst>
        </pc:spChg>
      </pc:sldChg>
      <pc:sldChg chg="modSp add mod">
        <pc:chgData name="nehakamde06@outlook.com" userId="a3a4adbdec01cc1f" providerId="LiveId" clId="{13B4897D-0EA0-48BE-8D48-899A6FB373C0}" dt="2026-03-22T03:36:34.058" v="4112" actId="12"/>
        <pc:sldMkLst>
          <pc:docMk/>
          <pc:sldMk cId="84405906" sldId="301"/>
        </pc:sldMkLst>
        <pc:spChg chg="mod">
          <ac:chgData name="nehakamde06@outlook.com" userId="a3a4adbdec01cc1f" providerId="LiveId" clId="{13B4897D-0EA0-48BE-8D48-899A6FB373C0}" dt="2026-03-22T03:36:34.058" v="4112" actId="12"/>
          <ac:spMkLst>
            <pc:docMk/>
            <pc:sldMk cId="84405906" sldId="301"/>
            <ac:spMk id="2" creationId="{078B0F3A-F018-1676-56C6-03F2756E8BFF}"/>
          </ac:spMkLst>
        </pc:spChg>
        <pc:spChg chg="mod">
          <ac:chgData name="nehakamde06@outlook.com" userId="a3a4adbdec01cc1f" providerId="LiveId" clId="{13B4897D-0EA0-48BE-8D48-899A6FB373C0}" dt="2026-03-22T03:35:31.438" v="4071" actId="20577"/>
          <ac:spMkLst>
            <pc:docMk/>
            <pc:sldMk cId="84405906" sldId="301"/>
            <ac:spMk id="80" creationId="{2BA13126-8C5D-792A-D89C-633857670096}"/>
          </ac:spMkLst>
        </pc:spChg>
      </pc:sldChg>
      <pc:sldChg chg="modSp add mod">
        <pc:chgData name="nehakamde06@outlook.com" userId="a3a4adbdec01cc1f" providerId="LiveId" clId="{13B4897D-0EA0-48BE-8D48-899A6FB373C0}" dt="2026-03-22T03:38:44.256" v="4214" actId="6549"/>
        <pc:sldMkLst>
          <pc:docMk/>
          <pc:sldMk cId="4201856707" sldId="302"/>
        </pc:sldMkLst>
        <pc:spChg chg="mod">
          <ac:chgData name="nehakamde06@outlook.com" userId="a3a4adbdec01cc1f" providerId="LiveId" clId="{13B4897D-0EA0-48BE-8D48-899A6FB373C0}" dt="2026-03-22T03:38:39.929" v="4213" actId="108"/>
          <ac:spMkLst>
            <pc:docMk/>
            <pc:sldMk cId="4201856707" sldId="302"/>
            <ac:spMk id="2" creationId="{C1D578C5-8CC4-7379-1848-D27D914D7741}"/>
          </ac:spMkLst>
        </pc:spChg>
        <pc:spChg chg="mod">
          <ac:chgData name="nehakamde06@outlook.com" userId="a3a4adbdec01cc1f" providerId="LiveId" clId="{13B4897D-0EA0-48BE-8D48-899A6FB373C0}" dt="2026-03-22T03:38:44.256" v="4214" actId="6549"/>
          <ac:spMkLst>
            <pc:docMk/>
            <pc:sldMk cId="4201856707" sldId="302"/>
            <ac:spMk id="80" creationId="{00DCBBAE-00DA-9FD4-409D-33B073242A01}"/>
          </ac:spMkLst>
        </pc:spChg>
      </pc:sldChg>
      <pc:sldChg chg="modSp add mod ord">
        <pc:chgData name="nehakamde06@outlook.com" userId="a3a4adbdec01cc1f" providerId="LiveId" clId="{13B4897D-0EA0-48BE-8D48-899A6FB373C0}" dt="2026-03-22T03:55:02.595" v="4337" actId="20577"/>
        <pc:sldMkLst>
          <pc:docMk/>
          <pc:sldMk cId="3611537880" sldId="303"/>
        </pc:sldMkLst>
        <pc:spChg chg="mod">
          <ac:chgData name="nehakamde06@outlook.com" userId="a3a4adbdec01cc1f" providerId="LiveId" clId="{13B4897D-0EA0-48BE-8D48-899A6FB373C0}" dt="2026-03-22T03:55:02.595" v="4337" actId="20577"/>
          <ac:spMkLst>
            <pc:docMk/>
            <pc:sldMk cId="3611537880" sldId="303"/>
            <ac:spMk id="2" creationId="{A96634A7-F74B-C1B8-6DE6-E77827152AA4}"/>
          </ac:spMkLst>
        </pc:spChg>
        <pc:spChg chg="mod">
          <ac:chgData name="nehakamde06@outlook.com" userId="a3a4adbdec01cc1f" providerId="LiveId" clId="{13B4897D-0EA0-48BE-8D48-899A6FB373C0}" dt="2026-03-22T03:52:01.570" v="4305" actId="20577"/>
          <ac:spMkLst>
            <pc:docMk/>
            <pc:sldMk cId="3611537880" sldId="303"/>
            <ac:spMk id="80" creationId="{D2C66615-AB37-C246-C30B-D948AD651496}"/>
          </ac:spMkLst>
        </pc:spChg>
      </pc:sldChg>
      <pc:sldChg chg="add del ord">
        <pc:chgData name="nehakamde06@outlook.com" userId="a3a4adbdec01cc1f" providerId="LiveId" clId="{13B4897D-0EA0-48BE-8D48-899A6FB373C0}" dt="2026-03-22T04:03:25.613" v="4341" actId="2696"/>
        <pc:sldMkLst>
          <pc:docMk/>
          <pc:sldMk cId="423287268" sldId="304"/>
        </pc:sldMkLst>
      </pc:sldChg>
      <pc:sldMasterChg chg="delSldLayout">
        <pc:chgData name="nehakamde06@outlook.com" userId="a3a4adbdec01cc1f" providerId="LiveId" clId="{13B4897D-0EA0-48BE-8D48-899A6FB373C0}" dt="2026-03-21T00:35:21.316" v="30" actId="2696"/>
        <pc:sldMasterMkLst>
          <pc:docMk/>
          <pc:sldMasterMk cId="0" sldId="2147483660"/>
        </pc:sldMasterMkLst>
        <pc:sldLayoutChg chg="del">
          <pc:chgData name="nehakamde06@outlook.com" userId="a3a4adbdec01cc1f" providerId="LiveId" clId="{13B4897D-0EA0-48BE-8D48-899A6FB373C0}" dt="2026-03-21T00:35:21.316" v="30" actId="2696"/>
          <pc:sldLayoutMkLst>
            <pc:docMk/>
            <pc:sldMasterMk cId="0" sldId="2147483660"/>
            <pc:sldLayoutMk cId="0" sldId="214748364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2ec2be52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3" name="Google Shape;53;g32ec2be52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convert these points into icons with text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ec2be52b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9" name="Google Shape;229;g32ec2be52b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78D8C344-F2FE-9AB0-637F-FA3EDCCB6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D004AD89-B39E-FD8A-5675-2B9D55BE81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8940304E-21C0-62A1-A330-B58C690102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6858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FA9BBF9-C8D5-74A5-ED75-213C7A384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9315F49C-69F4-06B1-8334-0319AFCB46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241D5B26-A34D-9EC6-FE91-FCB6629496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1729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5B7BC6AC-3AE5-971A-1F0C-C81EEA1D2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0DC831F5-2816-7074-BF4E-28940682F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EB60F874-796E-67C2-5CE2-EB7D4EDC1A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3853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F9D9DFC7-0F9C-935A-098B-DC7C22909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1A3FCF3F-0EF4-DB4E-6FFC-A396BC460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6A464872-3850-943D-875D-0DF9716739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8256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B3483CAF-B03F-1E7B-D6F3-F1370D476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9C46016A-81D3-3901-BFE0-E967A4E6B8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3D6DB26B-CA9C-F710-741B-C40FA55DD8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3183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B8FEA61C-DDF8-3967-6F4B-60B4BB41B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B95970C1-7B35-FC66-40B2-33B9DE0F35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087711B8-17BF-C72E-009A-4BB9A8B3BC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7170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7B29C050-B318-9DE5-FDB5-B7DED6A6D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9784F7AC-D076-4A0D-120A-8121364E16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19A6881C-1BEC-D320-367C-564AABBE57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1304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D74D8719-73BA-F9B3-029F-5C9483FF3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90074CC6-B3AA-A3F0-91CE-2E3F23B61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E659E42F-8D92-9877-6ED6-6EAB3117D8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94511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E125378A-8408-9DED-D90D-48602A9B9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54AEE8AF-050E-EC53-04A4-ACC354C9EB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FB8FE24F-0C19-E713-D1A7-E1D02DC1A7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0541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702C4551-4CDC-DCC8-999D-1E780D9FA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EC65A08D-A9F8-01D3-704C-EE0F7E06EA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779F55F6-FF68-0B76-7E94-8D37608A02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0285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CDBD35E1-EE77-3FBD-E250-6825D5D0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ec2be52b7_0_52:notes">
            <a:extLst>
              <a:ext uri="{FF2B5EF4-FFF2-40B4-BE49-F238E27FC236}">
                <a16:creationId xmlns:a16="http://schemas.microsoft.com/office/drawing/2014/main" id="{2B5E562E-5623-012C-A3AE-3625F7FD95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9" name="Google Shape;229;g32ec2be52b7_0_52:notes">
            <a:extLst>
              <a:ext uri="{FF2B5EF4-FFF2-40B4-BE49-F238E27FC236}">
                <a16:creationId xmlns:a16="http://schemas.microsoft.com/office/drawing/2014/main" id="{EE7CB62B-FDBE-47D5-FEFF-274F629E99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8442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121025" y="2806975"/>
            <a:ext cx="7255500" cy="808200"/>
          </a:xfrm>
          <a:prstGeom prst="roundRect">
            <a:avLst>
              <a:gd name="adj" fmla="val 12220"/>
            </a:avLst>
          </a:prstGeom>
          <a:solidFill>
            <a:srgbClr val="FFFFFF"/>
          </a:solidFill>
          <a:ln w="19050" cap="flat" cmpd="sng">
            <a:solidFill>
              <a:srgbClr val="0DBA4B"/>
            </a:solidFill>
            <a:prstDash val="solid"/>
            <a:round/>
            <a:headEnd type="none" w="sm" len="sm"/>
            <a:tailEnd type="none" w="sm" len="sm"/>
          </a:ln>
          <a:effectLst>
            <a:outerShdw blurRad="820293" dist="164059" dir="5400000" algn="bl" rotWithShape="0">
              <a:srgbClr val="222F3E">
                <a:alpha val="98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DM Sans SemiBold"/>
                <a:ea typeface="DM Sans SemiBold"/>
                <a:cs typeface="DM Sans SemiBold"/>
                <a:sym typeface="DM Sans SemiBold"/>
              </a:rPr>
              <a:t>GUVI Geek Network Pvt Ltd</a:t>
            </a:r>
            <a:endParaRPr sz="36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56" name="Google Shape;56;p14" descr="https://lh7-rt.googleusercontent.com/slidesz/AGV_vUcB9ty8zDAg8JWuKaIXd71ovW0lePsaN9RxgJN_cxYbNdGsU0nRg12mBAldchuvwYUWpg5-mZAdF8Xhh58e2hvXIe3WzaLe8a8yHrXeSNpmmq8CbRUEiIkJH0N7RDMU9UsKIk2sPDc9rlJkcN_0Z2UvjyPiUy30=s2048?key=wixq1D6uPe_5c_6uJJu5l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0799" y="1008750"/>
            <a:ext cx="6491149" cy="134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body" idx="1"/>
          </p:nvPr>
        </p:nvSpPr>
        <p:spPr>
          <a:xfrm>
            <a:off x="244900" y="1913850"/>
            <a:ext cx="85206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B050"/>
                </a:solidFill>
                <a:latin typeface="DM Sans"/>
                <a:ea typeface="DM Sans"/>
                <a:cs typeface="DM Sans"/>
                <a:sym typeface="DM Sans"/>
              </a:rPr>
              <a:t>Python Introduction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rgbClr val="00B05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228600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Python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275775" y="913225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Guido Van Rossum is the creator of Python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Released in 1991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Python is an easy programming language, using python the complex programs can be written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Python is a popular programming language</a:t>
            </a:r>
            <a:endParaRPr lang="en-IN" sz="1800" dirty="0">
              <a:latin typeface="Aptos" panose="020B0004020202020204" pitchFamily="34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6B703D0D-DBE2-75AA-3562-47F636C96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0942014B-6FE4-E2A4-8C27-DCF2955768C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EBC53DF2-D9FE-D09F-025D-34B188240E55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3EFDA1A1-D79A-DA12-7FDD-562FFB0D47EF}"/>
              </a:ext>
            </a:extLst>
          </p:cNvPr>
          <p:cNvSpPr txBox="1"/>
          <p:nvPr/>
        </p:nvSpPr>
        <p:spPr>
          <a:xfrm>
            <a:off x="228600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Python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6CDFC4BB-6CE3-182F-A83A-3E2FA362CDBF}"/>
              </a:ext>
            </a:extLst>
          </p:cNvPr>
          <p:cNvSpPr txBox="1"/>
          <p:nvPr/>
        </p:nvSpPr>
        <p:spPr>
          <a:xfrm>
            <a:off x="275775" y="913225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Guido Van Rossum is the creator of Python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Python is a </a:t>
            </a:r>
            <a:r>
              <a:rPr lang="en-US" sz="1800" b="1" dirty="0"/>
              <a:t>high-level, easy-to-read programming language</a:t>
            </a:r>
            <a:r>
              <a:rPr lang="en-US" sz="1800" dirty="0"/>
              <a:t> used for: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800" dirty="0"/>
              <a:t>Web development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800" dirty="0"/>
              <a:t>Data analysis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800" dirty="0"/>
              <a:t>Artificial intelligence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800" dirty="0"/>
              <a:t>Automation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800" dirty="0"/>
              <a:t>Game development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800" dirty="0"/>
              <a:t>Scripting and more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It’s popular because its syntax is simple and close to plain English.</a:t>
            </a: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CCBB764D-98FB-DF65-8271-9E24C8C4EF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960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B614728E-5394-998E-E1E9-B01AF1EF6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426735D6-9961-DE12-1A28-40DC67B5E8C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C80DD336-A9E2-3224-3F84-27B88B6DD44A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98307551-2F90-F665-35E7-7E7792203973}"/>
              </a:ext>
            </a:extLst>
          </p:cNvPr>
          <p:cNvSpPr txBox="1"/>
          <p:nvPr/>
        </p:nvSpPr>
        <p:spPr>
          <a:xfrm>
            <a:off x="2024743" y="1904483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Why should we learn Python?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08F3D2DC-3291-F673-4010-16FD341C31F1}"/>
              </a:ext>
            </a:extLst>
          </p:cNvPr>
          <p:cNvSpPr txBox="1"/>
          <p:nvPr/>
        </p:nvSpPr>
        <p:spPr>
          <a:xfrm>
            <a:off x="275775" y="913225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EF6BA630-8CBD-266D-2E5A-EC34F5DA77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1312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6AAD1C09-B7A8-95FC-290D-33CC08AB9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F93214FF-5D6A-500A-6625-7B9BC7072C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C0989520-0196-62CA-E66C-0AC19F5287D3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8748CC2D-D6F7-F25D-9907-42802068C161}"/>
              </a:ext>
            </a:extLst>
          </p:cNvPr>
          <p:cNvSpPr txBox="1"/>
          <p:nvPr/>
        </p:nvSpPr>
        <p:spPr>
          <a:xfrm>
            <a:off x="226208" y="79383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800" b="1" dirty="0">
                <a:solidFill>
                  <a:srgbClr val="099F4E"/>
                </a:solidFill>
                <a:latin typeface="Aptos" panose="020B0004020202020204" pitchFamily="34" charset="0"/>
                <a:sym typeface="DM Sans"/>
              </a:rPr>
              <a:t>Advantages of Python 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A4C06F00-B33E-4573-A040-D6EBA365BA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363657-0271-A2A7-6DDC-8C914AB1F871}"/>
              </a:ext>
            </a:extLst>
          </p:cNvPr>
          <p:cNvSpPr txBox="1"/>
          <p:nvPr/>
        </p:nvSpPr>
        <p:spPr>
          <a:xfrm>
            <a:off x="171450" y="979714"/>
            <a:ext cx="857535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  <a:sym typeface="DM Sans"/>
              </a:rPr>
              <a:t>Open Source: We can use python software without any license and its freeware.</a:t>
            </a:r>
          </a:p>
          <a:p>
            <a:endParaRPr lang="en-US" dirty="0">
              <a:latin typeface="Aptos" panose="020B0004020202020204" pitchFamily="34" charset="0"/>
              <a:sym typeface="DM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  <a:sym typeface="DM Sans"/>
              </a:rPr>
              <a:t>Simple Syntax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ptos" panose="020B0004020202020204" pitchFamily="34" charset="0"/>
                <a:sym typeface="DM Sans"/>
              </a:rPr>
              <a:t>Readability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ptos" panose="020B0004020202020204" pitchFamily="34" charset="0"/>
                <a:sym typeface="DM Sans"/>
              </a:rPr>
              <a:t>Python syntax is similar to the English language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ptos" panose="020B0004020202020204" pitchFamily="34" charset="0"/>
                <a:sym typeface="DM Sans"/>
              </a:rPr>
              <a:t>Python syntax doesn't relies on curly-brackets &amp; semi colon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ptos" panose="020B0004020202020204" pitchFamily="34" charset="0"/>
                <a:sym typeface="DM Sans"/>
              </a:rPr>
              <a:t>we no need assign datatype while assigning variable (Dynamic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ptos" panose="020B0004020202020204" pitchFamily="34" charset="0"/>
                <a:sym typeface="DM Sans"/>
              </a:rPr>
              <a:t>Type)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  <a:sym typeface="DM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  <a:sym typeface="DM Sans"/>
              </a:rPr>
              <a:t>Interpreted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ptos" panose="020B0004020202020204" pitchFamily="34" charset="0"/>
                <a:sym typeface="DM Sans"/>
              </a:rPr>
              <a:t>Python is an Interpreter language, where Programs can be executed directly without a compiler.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ptos" panose="020B0004020202020204" pitchFamily="34" charset="0"/>
                <a:sym typeface="DM Sans"/>
              </a:rPr>
              <a:t>It will execute code directly, without compiling a program into machine-language instructions.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737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B502A938-9CB0-61F4-E1A3-DD4BFA924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A962D51D-1F6B-F9EB-0721-43CAD0F0DD5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3E7D5A41-0CB1-8D7C-69A6-078FA5644479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96E41132-4919-A7D4-EE2D-5226D7EB972C}"/>
              </a:ext>
            </a:extLst>
          </p:cNvPr>
          <p:cNvSpPr txBox="1"/>
          <p:nvPr/>
        </p:nvSpPr>
        <p:spPr>
          <a:xfrm>
            <a:off x="226208" y="79383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800" b="1" dirty="0">
                <a:solidFill>
                  <a:srgbClr val="099F4E"/>
                </a:solidFill>
                <a:latin typeface="Aptos" panose="020B0004020202020204" pitchFamily="34" charset="0"/>
                <a:sym typeface="DM Sans"/>
              </a:rPr>
              <a:t>Difference between an Interpreter and Compiler 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5BEB807C-FCD8-D667-04A2-419A0F1DB8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2DDB9A-04A8-F59E-9F9D-C1AFAAA05635}"/>
              </a:ext>
            </a:extLst>
          </p:cNvPr>
          <p:cNvSpPr txBox="1"/>
          <p:nvPr/>
        </p:nvSpPr>
        <p:spPr>
          <a:xfrm>
            <a:off x="171450" y="979714"/>
            <a:ext cx="8575358" cy="353943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b="1" dirty="0"/>
              <a:t>Interpreter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Executes program by taking one statement at a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Error is reported as soon as the first error is encountered Won't show the next set of errors if  the existing one isn't solved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Easier to debug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intermediate object code is generated, hence memory 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 Execution is slower</a:t>
            </a:r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Compiler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Translate the Entire Program at once into machine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Errors are reported after the entire program is checked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Difficult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Generates intermediate object code which further requires linking, hence requires more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7736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1D7C670C-4EDB-AEA2-717F-01D03AF79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45BE2319-6373-91ED-C7AF-17C4FDB989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69DD99C4-4F0D-8C59-E149-72C445FFB723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F52BC204-59B8-1091-6488-AAE62C95ADC6}"/>
              </a:ext>
            </a:extLst>
          </p:cNvPr>
          <p:cNvSpPr txBox="1"/>
          <p:nvPr/>
        </p:nvSpPr>
        <p:spPr>
          <a:xfrm>
            <a:off x="226208" y="79383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800" b="1" dirty="0">
                <a:solidFill>
                  <a:srgbClr val="099F4E"/>
                </a:solidFill>
                <a:latin typeface="Aptos" panose="020B0004020202020204" pitchFamily="34" charset="0"/>
                <a:sym typeface="DM Sans"/>
              </a:rPr>
              <a:t>Advantages of Python 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BED4C8EA-A0CE-A784-C693-A0629E44B4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1A4B74-A129-D710-8842-D54E635D62B6}"/>
              </a:ext>
            </a:extLst>
          </p:cNvPr>
          <p:cNvSpPr txBox="1"/>
          <p:nvPr/>
        </p:nvSpPr>
        <p:spPr>
          <a:xfrm>
            <a:off x="171450" y="979714"/>
            <a:ext cx="857535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High-level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Programmer friendly, we not required to concentrate low level activities like memory management and security etc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can be treated in a procedural way, an object-oriented way or a functional 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Portability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to be more or less independent of a particular type of computer, human-readable friendly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works on different platforms (Windows, Mac, Linux etc)</a:t>
            </a:r>
          </a:p>
          <a:p>
            <a:r>
              <a:rPr lang="en-US" dirty="0"/>
              <a:t>  </a:t>
            </a:r>
          </a:p>
          <a:p>
            <a:r>
              <a:rPr lang="en-US" b="1" dirty="0"/>
              <a:t>Robust Standard Library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contains no. of libraries, allows developers to write programs with fewer lines than some other programming languages.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1899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2353C586-360F-CA82-BE96-8E0A6D07C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EB2C6F9B-63F2-E911-8105-76A0FDC99F5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3CAFCC78-3E40-2662-3E25-65F001CEA67D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89A4877B-A731-B4ED-D27A-E2A536B67A4C}"/>
              </a:ext>
            </a:extLst>
          </p:cNvPr>
          <p:cNvSpPr txBox="1"/>
          <p:nvPr/>
        </p:nvSpPr>
        <p:spPr>
          <a:xfrm>
            <a:off x="226208" y="79383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800" b="1" dirty="0">
                <a:solidFill>
                  <a:srgbClr val="099F4E"/>
                </a:solidFill>
                <a:latin typeface="Aptos" panose="020B0004020202020204" pitchFamily="34" charset="0"/>
                <a:sym typeface="DM Sans"/>
              </a:rPr>
              <a:t>Python 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B257E63B-7DF7-CB4D-6502-D9C8995FD6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7C1815-8311-51D7-AA8B-34C1078B4564}"/>
              </a:ext>
            </a:extLst>
          </p:cNvPr>
          <p:cNvSpPr txBox="1"/>
          <p:nvPr/>
        </p:nvSpPr>
        <p:spPr>
          <a:xfrm>
            <a:off x="875140" y="1516022"/>
            <a:ext cx="85753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Core Python : </a:t>
            </a:r>
            <a:r>
              <a:rPr lang="en-US" sz="1800" dirty="0">
                <a:solidFill>
                  <a:srgbClr val="7030A0"/>
                </a:solidFill>
              </a:rPr>
              <a:t>Common for Everyone who works on python</a:t>
            </a:r>
          </a:p>
          <a:p>
            <a:endParaRPr lang="en-US" sz="1800" dirty="0">
              <a:solidFill>
                <a:srgbClr val="7030A0"/>
              </a:solidFill>
            </a:endParaRPr>
          </a:p>
          <a:p>
            <a:r>
              <a:rPr lang="en-US" sz="1800" dirty="0">
                <a:solidFill>
                  <a:srgbClr val="7030A0"/>
                </a:solidFill>
              </a:rPr>
              <a:t>			+</a:t>
            </a:r>
          </a:p>
          <a:p>
            <a:endParaRPr lang="en-US" sz="1800" dirty="0">
              <a:solidFill>
                <a:srgbClr val="7030A0"/>
              </a:solidFill>
            </a:endParaRPr>
          </a:p>
          <a:p>
            <a:r>
              <a:rPr lang="en-US" sz="1800" dirty="0">
                <a:solidFill>
                  <a:srgbClr val="7030A0"/>
                </a:solidFill>
              </a:rPr>
              <a:t>	       Python as per role in various fields</a:t>
            </a:r>
          </a:p>
        </p:txBody>
      </p:sp>
    </p:spTree>
    <p:extLst>
      <p:ext uri="{BB962C8B-B14F-4D97-AF65-F5344CB8AC3E}">
        <p14:creationId xmlns:p14="http://schemas.microsoft.com/office/powerpoint/2010/main" val="2017060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ABD798A0-6BB8-B597-CA45-59F2A3B04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A34866F2-E209-4C0B-2C42-A3E63385EA1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2019EC7B-4AC6-B785-CE96-3200F9D5C993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3FDF5EBD-A520-937E-A3E8-1930BEC62E39}"/>
              </a:ext>
            </a:extLst>
          </p:cNvPr>
          <p:cNvSpPr txBox="1"/>
          <p:nvPr/>
        </p:nvSpPr>
        <p:spPr>
          <a:xfrm>
            <a:off x="226208" y="79383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IN" sz="2800" b="1" dirty="0">
                <a:solidFill>
                  <a:srgbClr val="099F4E"/>
                </a:solidFill>
                <a:latin typeface="Aptos" panose="020B0004020202020204" pitchFamily="34" charset="0"/>
              </a:rPr>
              <a:t>Applications of Python</a:t>
            </a:r>
          </a:p>
          <a:p>
            <a:pPr lvl="0">
              <a:lnSpc>
                <a:spcPct val="115000"/>
              </a:lnSpc>
            </a:pPr>
            <a:r>
              <a:rPr lang="en-US" sz="2800" b="1" dirty="0">
                <a:solidFill>
                  <a:srgbClr val="099F4E"/>
                </a:solidFill>
                <a:latin typeface="Aptos" panose="020B0004020202020204" pitchFamily="34" charset="0"/>
                <a:sym typeface="DM Sans"/>
              </a:rPr>
              <a:t> 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46E75600-29EA-A459-5A59-D83B610632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ABDF09-5974-F630-007A-01556A8115F3}"/>
              </a:ext>
            </a:extLst>
          </p:cNvPr>
          <p:cNvSpPr txBox="1"/>
          <p:nvPr/>
        </p:nvSpPr>
        <p:spPr>
          <a:xfrm>
            <a:off x="171450" y="979714"/>
            <a:ext cx="857535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Machine Learning </a:t>
            </a:r>
            <a:r>
              <a:rPr lang="en-IN" dirty="0"/>
              <a:t>(using Sklearn, NumPy, Pandas, SciPy)</a:t>
            </a:r>
          </a:p>
          <a:p>
            <a:endParaRPr lang="en-IN" dirty="0"/>
          </a:p>
          <a:p>
            <a:r>
              <a:rPr lang="en-IN" b="1" dirty="0"/>
              <a:t>Artificial Intelligence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Deep Learning (libraries like TensorFlow, </a:t>
            </a:r>
            <a:r>
              <a:rPr lang="en-IN" dirty="0" err="1"/>
              <a:t>Keras</a:t>
            </a:r>
            <a:r>
              <a:rPr lang="en-IN" dirty="0"/>
              <a:t>, </a:t>
            </a:r>
            <a:r>
              <a:rPr lang="en-IN" dirty="0" err="1"/>
              <a:t>Pytorch</a:t>
            </a:r>
            <a:r>
              <a:rPr lang="en-I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Natural Language Processing (NItk, Spacy)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Image &amp; Video Processing fusing OpenCV)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Audio Processing (using PyAudio)</a:t>
            </a:r>
          </a:p>
          <a:p>
            <a:endParaRPr lang="en-IN" dirty="0"/>
          </a:p>
          <a:p>
            <a:r>
              <a:rPr lang="en-IN" b="1" dirty="0"/>
              <a:t>Web Applications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Web frameworks such as Django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Micro-Frameworks such as Flask.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Games (PySoy -&gt; 3D game engine,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PyGame -&gt; library for game development)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Web Scraping </a:t>
            </a:r>
            <a:r>
              <a:rPr lang="en-IN" dirty="0"/>
              <a:t>(Requests, Beautiful Soup)</a:t>
            </a:r>
          </a:p>
        </p:txBody>
      </p:sp>
    </p:spTree>
    <p:extLst>
      <p:ext uri="{BB962C8B-B14F-4D97-AF65-F5344CB8AC3E}">
        <p14:creationId xmlns:p14="http://schemas.microsoft.com/office/powerpoint/2010/main" val="102103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8B4E04FD-4A5E-FF65-3713-7BD3D140E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36298E61-4952-DF68-78CD-5B09004F101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A96BC28E-C089-DB5B-18DB-B1FA04F9C6AA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2BA13126-8C5D-792A-D89C-633857670096}"/>
              </a:ext>
            </a:extLst>
          </p:cNvPr>
          <p:cNvSpPr txBox="1"/>
          <p:nvPr/>
        </p:nvSpPr>
        <p:spPr>
          <a:xfrm>
            <a:off x="226208" y="79383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099F4E"/>
                </a:solidFill>
                <a:latin typeface="Aptos" panose="020B0004020202020204" pitchFamily="34" charset="0"/>
              </a:rPr>
              <a:t>Python used in various fields</a:t>
            </a:r>
          </a:p>
          <a:p>
            <a:pPr>
              <a:lnSpc>
                <a:spcPct val="115000"/>
              </a:lnSpc>
            </a:pPr>
            <a:endParaRPr lang="en-IN" sz="2800" b="1" dirty="0">
              <a:solidFill>
                <a:srgbClr val="099F4E"/>
              </a:solidFill>
              <a:latin typeface="Aptos" panose="020B0004020202020204" pitchFamily="34" charset="0"/>
            </a:endParaRPr>
          </a:p>
          <a:p>
            <a:pPr lvl="0">
              <a:lnSpc>
                <a:spcPct val="115000"/>
              </a:lnSpc>
            </a:pPr>
            <a:r>
              <a:rPr lang="en-US" sz="2800" b="1" dirty="0">
                <a:solidFill>
                  <a:srgbClr val="099F4E"/>
                </a:solidFill>
                <a:latin typeface="Aptos" panose="020B0004020202020204" pitchFamily="34" charset="0"/>
                <a:sym typeface="DM Sans"/>
              </a:rPr>
              <a:t> 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E4C230C7-7C7D-F47D-5F69-3B950F589A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B0F3A-F018-1676-56C6-03F2756E8BFF}"/>
              </a:ext>
            </a:extLst>
          </p:cNvPr>
          <p:cNvSpPr txBox="1"/>
          <p:nvPr/>
        </p:nvSpPr>
        <p:spPr>
          <a:xfrm>
            <a:off x="171450" y="979714"/>
            <a:ext cx="85753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 can be used in different ways such as: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Software developers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Software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Analysts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scientists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Hackers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Game Designers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Scientists,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405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522D8E78-9C72-92AE-AA11-95654478D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CAD04444-CCBB-6E23-2ECF-74D3D7B8064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3D3BF43F-8F73-2884-E554-FF8F14562A23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00DCBBAE-00DA-9FD4-409D-33B073242A01}"/>
              </a:ext>
            </a:extLst>
          </p:cNvPr>
          <p:cNvSpPr txBox="1"/>
          <p:nvPr/>
        </p:nvSpPr>
        <p:spPr>
          <a:xfrm>
            <a:off x="226208" y="79383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endParaRPr sz="2800" b="1" dirty="0">
              <a:solidFill>
                <a:srgbClr val="099F4E"/>
              </a:solidFill>
              <a:latin typeface="Aptos" panose="020B0004020202020204" pitchFamily="34" charset="0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CC78280B-37E2-4EF0-6CC5-2ABC14939A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D578C5-8CC4-7379-1848-D27D914D7741}"/>
              </a:ext>
            </a:extLst>
          </p:cNvPr>
          <p:cNvSpPr txBox="1"/>
          <p:nvPr/>
        </p:nvSpPr>
        <p:spPr>
          <a:xfrm>
            <a:off x="171450" y="979714"/>
            <a:ext cx="85753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		</a:t>
            </a:r>
            <a:r>
              <a:rPr lang="en-US" sz="2800" b="1" dirty="0">
                <a:solidFill>
                  <a:srgbClr val="099F4E"/>
                </a:solidFill>
                <a:latin typeface="Aptos" panose="020B0004020202020204" pitchFamily="34" charset="0"/>
              </a:rPr>
              <a:t>Various Methods to Execute Python</a:t>
            </a:r>
          </a:p>
          <a:p>
            <a:endParaRPr lang="en-US" sz="2400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01856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674821B6-B91A-ABB3-2DCB-42B572D39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46CDE6CC-2497-2E96-07B9-2B0392716A0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4C3A57B8-7B79-A011-9143-3471441EF13A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D2C66615-AB37-C246-C30B-D948AD651496}"/>
              </a:ext>
            </a:extLst>
          </p:cNvPr>
          <p:cNvSpPr txBox="1"/>
          <p:nvPr/>
        </p:nvSpPr>
        <p:spPr>
          <a:xfrm>
            <a:off x="226208" y="79383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099F4E"/>
                </a:solidFill>
                <a:latin typeface="Aptos" panose="020B0004020202020204" pitchFamily="34" charset="0"/>
              </a:rPr>
              <a:t>Python can be executed in various ways</a:t>
            </a:r>
          </a:p>
          <a:p>
            <a:pPr>
              <a:lnSpc>
                <a:spcPct val="115000"/>
              </a:lnSpc>
            </a:pPr>
            <a:endParaRPr lang="en-US" sz="2800" b="1" dirty="0">
              <a:solidFill>
                <a:srgbClr val="099F4E"/>
              </a:solidFill>
              <a:latin typeface="Aptos" panose="020B0004020202020204" pitchFamily="34" charset="0"/>
            </a:endParaRPr>
          </a:p>
          <a:p>
            <a:pPr>
              <a:lnSpc>
                <a:spcPct val="115000"/>
              </a:lnSpc>
            </a:pPr>
            <a:endParaRPr lang="en-IN" sz="2800" b="1" dirty="0">
              <a:solidFill>
                <a:srgbClr val="099F4E"/>
              </a:solidFill>
              <a:latin typeface="Aptos" panose="020B0004020202020204" pitchFamily="34" charset="0"/>
            </a:endParaRPr>
          </a:p>
          <a:p>
            <a:pPr lvl="0">
              <a:lnSpc>
                <a:spcPct val="115000"/>
              </a:lnSpc>
            </a:pPr>
            <a:r>
              <a:rPr lang="en-US" sz="2800" b="1" dirty="0">
                <a:solidFill>
                  <a:srgbClr val="099F4E"/>
                </a:solidFill>
                <a:latin typeface="Aptos" panose="020B0004020202020204" pitchFamily="34" charset="0"/>
                <a:sym typeface="DM Sans"/>
              </a:rPr>
              <a:t> 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AFA9391E-0348-DE15-A0DD-F0AD19EE01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6634A7-F74B-C1B8-6DE6-E77827152AA4}"/>
              </a:ext>
            </a:extLst>
          </p:cNvPr>
          <p:cNvSpPr txBox="1"/>
          <p:nvPr/>
        </p:nvSpPr>
        <p:spPr>
          <a:xfrm>
            <a:off x="171450" y="979714"/>
            <a:ext cx="85753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(command prompt)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IDLE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file in Python IDLE</a:t>
            </a:r>
          </a:p>
          <a:p>
            <a:endParaRPr lang="en-US" dirty="0"/>
          </a:p>
          <a:p>
            <a:r>
              <a:rPr lang="en-US" b="1" dirty="0"/>
              <a:t>with IDE (Integrated Development Environment)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Jupyter Notebook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Spyder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Pycharm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 Code</a:t>
            </a:r>
          </a:p>
        </p:txBody>
      </p:sp>
    </p:spTree>
    <p:extLst>
      <p:ext uri="{BB962C8B-B14F-4D97-AF65-F5344CB8AC3E}">
        <p14:creationId xmlns:p14="http://schemas.microsoft.com/office/powerpoint/2010/main" val="3611537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3D9327AA-B255-340C-8ADA-91AB8AF42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>
            <a:extLst>
              <a:ext uri="{FF2B5EF4-FFF2-40B4-BE49-F238E27FC236}">
                <a16:creationId xmlns:a16="http://schemas.microsoft.com/office/drawing/2014/main" id="{4D70862C-5F2B-99F4-38E1-2BA8C54A44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4900" y="1913850"/>
            <a:ext cx="85206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>
                <a:solidFill>
                  <a:srgbClr val="00B050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sz="5300" b="1">
              <a:solidFill>
                <a:srgbClr val="00B05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753400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648</Words>
  <Application>Microsoft Office PowerPoint</Application>
  <PresentationFormat>On-screen Show (16:9)</PresentationFormat>
  <Paragraphs>145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Wingdings</vt:lpstr>
      <vt:lpstr>DM Sans</vt:lpstr>
      <vt:lpstr>Aptos</vt:lpstr>
      <vt:lpstr>Arial</vt:lpstr>
      <vt:lpstr>DM Sans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nehakamde06@outlook.com</cp:lastModifiedBy>
  <cp:revision>6</cp:revision>
  <dcterms:modified xsi:type="dcterms:W3CDTF">2026-03-22T04:03:27Z</dcterms:modified>
</cp:coreProperties>
</file>